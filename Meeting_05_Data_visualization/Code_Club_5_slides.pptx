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32" r:id="rId2"/>
  </p:sldMasterIdLst>
  <p:notesMasterIdLst>
    <p:notesMasterId r:id="rId77"/>
  </p:notesMasterIdLst>
  <p:sldIdLst>
    <p:sldId id="256" r:id="rId3"/>
    <p:sldId id="259" r:id="rId4"/>
    <p:sldId id="261" r:id="rId5"/>
    <p:sldId id="262" r:id="rId6"/>
    <p:sldId id="371" r:id="rId7"/>
    <p:sldId id="257" r:id="rId8"/>
    <p:sldId id="263" r:id="rId9"/>
    <p:sldId id="344" r:id="rId10"/>
    <p:sldId id="319" r:id="rId11"/>
    <p:sldId id="370" r:id="rId12"/>
    <p:sldId id="321" r:id="rId13"/>
    <p:sldId id="323" r:id="rId14"/>
    <p:sldId id="325" r:id="rId15"/>
    <p:sldId id="373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42" r:id="rId25"/>
    <p:sldId id="343" r:id="rId26"/>
    <p:sldId id="334" r:id="rId27"/>
    <p:sldId id="335" r:id="rId28"/>
    <p:sldId id="337" r:id="rId29"/>
    <p:sldId id="338" r:id="rId30"/>
    <p:sldId id="339" r:id="rId31"/>
    <p:sldId id="340" r:id="rId32"/>
    <p:sldId id="264" r:id="rId33"/>
    <p:sldId id="265" r:id="rId34"/>
    <p:sldId id="272" r:id="rId35"/>
    <p:sldId id="372" r:id="rId36"/>
    <p:sldId id="273" r:id="rId37"/>
    <p:sldId id="274" r:id="rId38"/>
    <p:sldId id="275" r:id="rId39"/>
    <p:sldId id="276" r:id="rId40"/>
    <p:sldId id="298" r:id="rId41"/>
    <p:sldId id="299" r:id="rId42"/>
    <p:sldId id="300" r:id="rId43"/>
    <p:sldId id="374" r:id="rId44"/>
    <p:sldId id="345" r:id="rId45"/>
    <p:sldId id="310" r:id="rId46"/>
    <p:sldId id="311" r:id="rId47"/>
    <p:sldId id="312" r:id="rId48"/>
    <p:sldId id="313" r:id="rId49"/>
    <p:sldId id="314" r:id="rId50"/>
    <p:sldId id="316" r:id="rId51"/>
    <p:sldId id="346" r:id="rId52"/>
    <p:sldId id="348" r:id="rId53"/>
    <p:sldId id="349" r:id="rId54"/>
    <p:sldId id="281" r:id="rId55"/>
    <p:sldId id="302" r:id="rId56"/>
    <p:sldId id="369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</p:sldIdLst>
  <p:sldSz cx="12192000" cy="6858000"/>
  <p:notesSz cx="6858000" cy="9144000"/>
  <p:defaultTextStyle>
    <a:defPPr>
      <a:defRPr lang="en-US"/>
    </a:defPPr>
  </p:defaultTextStyle>
  <p:extLst>
    <p:ext uri="{521415D9-36F7-43E2-AB2F-B90AF26B5E84}">
      <p14:sectionLst xmlns:p14="http://schemas.microsoft.com/office/powerpoint/2010/main">
        <p14:section name="Intro &amp; Motivation" id="{64E016BF-6BE2-4DFB-AFE9-C85DC7AB6AF2}">
          <p14:sldIdLst>
            <p14:sldId id="256"/>
            <p14:sldId id="259"/>
            <p14:sldId id="261"/>
            <p14:sldId id="262"/>
            <p14:sldId id="371"/>
            <p14:sldId id="257"/>
            <p14:sldId id="263"/>
          </p14:sldIdLst>
        </p14:section>
        <p14:section name="Plot Construction" id="{584FD922-3F12-4C29-B28F-D6CCA65FCE70}">
          <p14:sldIdLst>
            <p14:sldId id="344"/>
            <p14:sldId id="319"/>
            <p14:sldId id="370"/>
          </p14:sldIdLst>
        </p14:section>
        <p14:section name="Data Types" id="{725DA5D8-7EDB-4250-AFC7-C9D73760C38E}">
          <p14:sldIdLst>
            <p14:sldId id="321"/>
          </p14:sldIdLst>
        </p14:section>
        <p14:section name="Plots" id="{4DECD146-DA55-4CA3-87D1-691C470E85A8}">
          <p14:sldIdLst>
            <p14:sldId id="323"/>
            <p14:sldId id="325"/>
            <p14:sldId id="373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42"/>
            <p14:sldId id="343"/>
            <p14:sldId id="334"/>
            <p14:sldId id="335"/>
            <p14:sldId id="337"/>
            <p14:sldId id="338"/>
            <p14:sldId id="339"/>
            <p14:sldId id="340"/>
          </p14:sldIdLst>
        </p14:section>
        <p14:section name="Colors" id="{E216F0B4-27E2-44F0-AC16-1D6EB2BF6562}">
          <p14:sldIdLst>
            <p14:sldId id="264"/>
            <p14:sldId id="265"/>
            <p14:sldId id="272"/>
            <p14:sldId id="372"/>
            <p14:sldId id="273"/>
            <p14:sldId id="274"/>
            <p14:sldId id="275"/>
            <p14:sldId id="276"/>
          </p14:sldIdLst>
        </p14:section>
        <p14:section name="Plot Design" id="{BE67B6AB-9803-473A-A1CD-E714004EDF51}">
          <p14:sldIdLst>
            <p14:sldId id="298"/>
            <p14:sldId id="299"/>
            <p14:sldId id="300"/>
            <p14:sldId id="374"/>
            <p14:sldId id="345"/>
            <p14:sldId id="310"/>
            <p14:sldId id="311"/>
            <p14:sldId id="312"/>
            <p14:sldId id="313"/>
            <p14:sldId id="314"/>
            <p14:sldId id="316"/>
            <p14:sldId id="346"/>
            <p14:sldId id="348"/>
            <p14:sldId id="349"/>
            <p14:sldId id="281"/>
            <p14:sldId id="302"/>
          </p14:sldIdLst>
        </p14:section>
        <p14:section name="Practical Tipp" id="{64F5D26B-246B-47A7-83DB-C494520659D6}">
          <p14:sldIdLst>
            <p14:sldId id="36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9F2621-E5EF-4D16-50DF-E1AB7A6EA0FA}" name="Sarah Mittenentzwei" initials="SM" userId="S::mittenentzwei@health.sdu.dk::4c45fc55-9cb4-45f8-ace2-eddd3f5a34a7" providerId="AD"/>
  <p188:author id="{C5FB2499-F7D1-6ADA-6D20-9CD9D2545309}" name="Sebastian Jakobsen" initials="SJ" userId="S::seja@sdu.dk::5b2ac7fb-a084-4b72-bf40-b83b05c9d5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B24D2-B42E-47EB-94F7-3E92A67A5969}" v="3194" dt="2026-10-20T10:50:27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3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0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microsoft.com/office/2018/10/relationships/authors" Target="author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microsoft.com/office/2016/11/relationships/changesInfo" Target="changesInfos/changesInfo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Jakobsen" userId="S::seja@sdu.dk::5b2ac7fb-a084-4b72-bf40-b83b05c9d5cb" providerId="AD" clId="Web-{B7EA52DB-D108-2C3D-631E-0BEB91F723D3}"/>
    <pc:docChg chg="mod">
      <pc:chgData name="Sebastian Jakobsen" userId="S::seja@sdu.dk::5b2ac7fb-a084-4b72-bf40-b83b05c9d5cb" providerId="AD" clId="Web-{B7EA52DB-D108-2C3D-631E-0BEB91F723D3}" dt="2026-10-14T13:44:24.716" v="0"/>
      <pc:docMkLst>
        <pc:docMk/>
      </pc:docMkLst>
    </pc:docChg>
  </pc:docChgLst>
  <pc:docChgLst>
    <pc:chgData name="Sebastian Jakobsen" userId="S::seja@sdu.dk::5b2ac7fb-a084-4b72-bf40-b83b05c9d5cb" providerId="AD" clId="Web-{A9693EFC-DDDB-3F29-5B49-584B6CDAA6D2}"/>
    <pc:docChg chg="modSld">
      <pc:chgData name="Sebastian Jakobsen" userId="S::seja@sdu.dk::5b2ac7fb-a084-4b72-bf40-b83b05c9d5cb" providerId="AD" clId="Web-{A9693EFC-DDDB-3F29-5B49-584B6CDAA6D2}" dt="2026-10-16T05:19:06.300" v="31" actId="20577"/>
      <pc:docMkLst>
        <pc:docMk/>
      </pc:docMkLst>
      <pc:sldChg chg="modSp">
        <pc:chgData name="Sebastian Jakobsen" userId="S::seja@sdu.dk::5b2ac7fb-a084-4b72-bf40-b83b05c9d5cb" providerId="AD" clId="Web-{A9693EFC-DDDB-3F29-5B49-584B6CDAA6D2}" dt="2026-10-16T04:56:11.429" v="26" actId="20577"/>
        <pc:sldMkLst>
          <pc:docMk/>
          <pc:sldMk cId="3654871181" sldId="358"/>
        </pc:sldMkLst>
        <pc:spChg chg="mod">
          <ac:chgData name="Sebastian Jakobsen" userId="S::seja@sdu.dk::5b2ac7fb-a084-4b72-bf40-b83b05c9d5cb" providerId="AD" clId="Web-{A9693EFC-DDDB-3F29-5B49-584B6CDAA6D2}" dt="2026-10-16T04:54:36.006" v="1" actId="1076"/>
          <ac:spMkLst>
            <pc:docMk/>
            <pc:sldMk cId="3654871181" sldId="358"/>
            <ac:spMk id="11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22" v="2" actId="1076"/>
          <ac:spMkLst>
            <pc:docMk/>
            <pc:sldMk cId="3654871181" sldId="358"/>
            <ac:spMk id="12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22" v="3" actId="1076"/>
          <ac:spMkLst>
            <pc:docMk/>
            <pc:sldMk cId="3654871181" sldId="358"/>
            <ac:spMk id="13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37" v="4" actId="1076"/>
          <ac:spMkLst>
            <pc:docMk/>
            <pc:sldMk cId="3654871181" sldId="358"/>
            <ac:spMk id="14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53" v="5" actId="1076"/>
          <ac:spMkLst>
            <pc:docMk/>
            <pc:sldMk cId="3654871181" sldId="358"/>
            <ac:spMk id="15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69" v="6" actId="1076"/>
          <ac:spMkLst>
            <pc:docMk/>
            <pc:sldMk cId="3654871181" sldId="358"/>
            <ac:spMk id="16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84" v="7" actId="1076"/>
          <ac:spMkLst>
            <pc:docMk/>
            <pc:sldMk cId="3654871181" sldId="358"/>
            <ac:spMk id="17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084" v="8" actId="1076"/>
          <ac:spMkLst>
            <pc:docMk/>
            <pc:sldMk cId="3654871181" sldId="358"/>
            <ac:spMk id="18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4:36.100" v="9" actId="1076"/>
          <ac:spMkLst>
            <pc:docMk/>
            <pc:sldMk cId="3654871181" sldId="358"/>
            <ac:spMk id="19" creationId="{00000000-0000-0000-0000-000000000000}"/>
          </ac:spMkLst>
        </pc:spChg>
        <pc:spChg chg="mod">
          <ac:chgData name="Sebastian Jakobsen" userId="S::seja@sdu.dk::5b2ac7fb-a084-4b72-bf40-b83b05c9d5cb" providerId="AD" clId="Web-{A9693EFC-DDDB-3F29-5B49-584B6CDAA6D2}" dt="2026-10-16T04:56:11.429" v="26" actId="20577"/>
          <ac:spMkLst>
            <pc:docMk/>
            <pc:sldMk cId="3654871181" sldId="358"/>
            <ac:spMk id="26" creationId="{00000000-0000-0000-0000-000000000000}"/>
          </ac:spMkLst>
        </pc:spChg>
      </pc:sldChg>
      <pc:sldChg chg="modSp">
        <pc:chgData name="Sebastian Jakobsen" userId="S::seja@sdu.dk::5b2ac7fb-a084-4b72-bf40-b83b05c9d5cb" providerId="AD" clId="Web-{A9693EFC-DDDB-3F29-5B49-584B6CDAA6D2}" dt="2026-10-16T05:10:26.905" v="29" actId="20577"/>
        <pc:sldMkLst>
          <pc:docMk/>
          <pc:sldMk cId="2752231144" sldId="359"/>
        </pc:sldMkLst>
        <pc:spChg chg="mod">
          <ac:chgData name="Sebastian Jakobsen" userId="S::seja@sdu.dk::5b2ac7fb-a084-4b72-bf40-b83b05c9d5cb" providerId="AD" clId="Web-{A9693EFC-DDDB-3F29-5B49-584B6CDAA6D2}" dt="2026-10-16T05:10:26.905" v="29" actId="20577"/>
          <ac:spMkLst>
            <pc:docMk/>
            <pc:sldMk cId="2752231144" sldId="359"/>
            <ac:spMk id="28" creationId="{00000000-0000-0000-0000-000000000000}"/>
          </ac:spMkLst>
        </pc:spChg>
      </pc:sldChg>
      <pc:sldChg chg="modSp">
        <pc:chgData name="Sebastian Jakobsen" userId="S::seja@sdu.dk::5b2ac7fb-a084-4b72-bf40-b83b05c9d5cb" providerId="AD" clId="Web-{A9693EFC-DDDB-3F29-5B49-584B6CDAA6D2}" dt="2026-10-16T05:19:06.300" v="31" actId="20577"/>
        <pc:sldMkLst>
          <pc:docMk/>
          <pc:sldMk cId="428233924" sldId="368"/>
        </pc:sldMkLst>
        <pc:spChg chg="mod">
          <ac:chgData name="Sebastian Jakobsen" userId="S::seja@sdu.dk::5b2ac7fb-a084-4b72-bf40-b83b05c9d5cb" providerId="AD" clId="Web-{A9693EFC-DDDB-3F29-5B49-584B6CDAA6D2}" dt="2026-10-16T05:19:06.300" v="31" actId="20577"/>
          <ac:spMkLst>
            <pc:docMk/>
            <pc:sldMk cId="428233924" sldId="368"/>
            <ac:spMk id="17" creationId="{00000000-0000-0000-0000-000000000000}"/>
          </ac:spMkLst>
        </pc:spChg>
      </pc:sldChg>
    </pc:docChg>
  </pc:docChgLst>
  <pc:docChgLst>
    <pc:chgData name="Sebastian Jakobsen" userId="S::seja@sdu.dk::5b2ac7fb-a084-4b72-bf40-b83b05c9d5cb" providerId="AD" clId="Web-{A6433FCF-7193-0ED8-31FC-4E5E54D041E1}"/>
    <pc:docChg chg="addSld delSld modSld sldOrd modSection">
      <pc:chgData name="Sebastian Jakobsen" userId="S::seja@sdu.dk::5b2ac7fb-a084-4b72-bf40-b83b05c9d5cb" providerId="AD" clId="Web-{A6433FCF-7193-0ED8-31FC-4E5E54D041E1}" dt="2026-10-15T13:47:02.619" v="56" actId="20577"/>
      <pc:docMkLst>
        <pc:docMk/>
      </pc:docMkLst>
      <pc:sldChg chg="add ord">
        <pc:chgData name="Sebastian Jakobsen" userId="S::seja@sdu.dk::5b2ac7fb-a084-4b72-bf40-b83b05c9d5cb" providerId="AD" clId="Web-{A6433FCF-7193-0ED8-31FC-4E5E54D041E1}" dt="2026-10-15T13:46:47.336" v="43"/>
        <pc:sldMkLst>
          <pc:docMk/>
          <pc:sldMk cId="2531027889" sldId="350"/>
        </pc:sldMkLst>
      </pc:sldChg>
      <pc:sldChg chg="add">
        <pc:chgData name="Sebastian Jakobsen" userId="S::seja@sdu.dk::5b2ac7fb-a084-4b72-bf40-b83b05c9d5cb" providerId="AD" clId="Web-{A6433FCF-7193-0ED8-31FC-4E5E54D041E1}" dt="2026-10-15T13:36:02.561" v="21"/>
        <pc:sldMkLst>
          <pc:docMk/>
          <pc:sldMk cId="3506916703" sldId="351"/>
        </pc:sldMkLst>
      </pc:sldChg>
      <pc:sldChg chg="add">
        <pc:chgData name="Sebastian Jakobsen" userId="S::seja@sdu.dk::5b2ac7fb-a084-4b72-bf40-b83b05c9d5cb" providerId="AD" clId="Web-{A6433FCF-7193-0ED8-31FC-4E5E54D041E1}" dt="2026-10-15T13:36:02.858" v="22"/>
        <pc:sldMkLst>
          <pc:docMk/>
          <pc:sldMk cId="3927649482" sldId="352"/>
        </pc:sldMkLst>
      </pc:sldChg>
      <pc:sldChg chg="add">
        <pc:chgData name="Sebastian Jakobsen" userId="S::seja@sdu.dk::5b2ac7fb-a084-4b72-bf40-b83b05c9d5cb" providerId="AD" clId="Web-{A6433FCF-7193-0ED8-31FC-4E5E54D041E1}" dt="2026-10-15T13:36:03.217" v="23"/>
        <pc:sldMkLst>
          <pc:docMk/>
          <pc:sldMk cId="2529547504" sldId="353"/>
        </pc:sldMkLst>
      </pc:sldChg>
      <pc:sldChg chg="add">
        <pc:chgData name="Sebastian Jakobsen" userId="S::seja@sdu.dk::5b2ac7fb-a084-4b72-bf40-b83b05c9d5cb" providerId="AD" clId="Web-{A6433FCF-7193-0ED8-31FC-4E5E54D041E1}" dt="2026-10-15T13:36:03.530" v="24"/>
        <pc:sldMkLst>
          <pc:docMk/>
          <pc:sldMk cId="712806687" sldId="354"/>
        </pc:sldMkLst>
      </pc:sldChg>
      <pc:sldChg chg="add">
        <pc:chgData name="Sebastian Jakobsen" userId="S::seja@sdu.dk::5b2ac7fb-a084-4b72-bf40-b83b05c9d5cb" providerId="AD" clId="Web-{A6433FCF-7193-0ED8-31FC-4E5E54D041E1}" dt="2026-10-15T13:36:04.014" v="25"/>
        <pc:sldMkLst>
          <pc:docMk/>
          <pc:sldMk cId="1797955034" sldId="355"/>
        </pc:sldMkLst>
      </pc:sldChg>
      <pc:sldChg chg="add">
        <pc:chgData name="Sebastian Jakobsen" userId="S::seja@sdu.dk::5b2ac7fb-a084-4b72-bf40-b83b05c9d5cb" providerId="AD" clId="Web-{A6433FCF-7193-0ED8-31FC-4E5E54D041E1}" dt="2026-10-15T13:36:04.311" v="26"/>
        <pc:sldMkLst>
          <pc:docMk/>
          <pc:sldMk cId="2706557186" sldId="356"/>
        </pc:sldMkLst>
      </pc:sldChg>
      <pc:sldChg chg="add">
        <pc:chgData name="Sebastian Jakobsen" userId="S::seja@sdu.dk::5b2ac7fb-a084-4b72-bf40-b83b05c9d5cb" providerId="AD" clId="Web-{A6433FCF-7193-0ED8-31FC-4E5E54D041E1}" dt="2026-10-15T13:36:04.592" v="27"/>
        <pc:sldMkLst>
          <pc:docMk/>
          <pc:sldMk cId="4074446198" sldId="357"/>
        </pc:sldMkLst>
      </pc:sldChg>
      <pc:sldChg chg="add">
        <pc:chgData name="Sebastian Jakobsen" userId="S::seja@sdu.dk::5b2ac7fb-a084-4b72-bf40-b83b05c9d5cb" providerId="AD" clId="Web-{A6433FCF-7193-0ED8-31FC-4E5E54D041E1}" dt="2026-10-15T13:36:04.827" v="28"/>
        <pc:sldMkLst>
          <pc:docMk/>
          <pc:sldMk cId="3654871181" sldId="358"/>
        </pc:sldMkLst>
      </pc:sldChg>
      <pc:sldChg chg="add">
        <pc:chgData name="Sebastian Jakobsen" userId="S::seja@sdu.dk::5b2ac7fb-a084-4b72-bf40-b83b05c9d5cb" providerId="AD" clId="Web-{A6433FCF-7193-0ED8-31FC-4E5E54D041E1}" dt="2026-10-15T13:36:05.092" v="29"/>
        <pc:sldMkLst>
          <pc:docMk/>
          <pc:sldMk cId="2752231144" sldId="359"/>
        </pc:sldMkLst>
      </pc:sldChg>
      <pc:sldChg chg="add">
        <pc:chgData name="Sebastian Jakobsen" userId="S::seja@sdu.dk::5b2ac7fb-a084-4b72-bf40-b83b05c9d5cb" providerId="AD" clId="Web-{A6433FCF-7193-0ED8-31FC-4E5E54D041E1}" dt="2026-10-15T13:36:05.358" v="30"/>
        <pc:sldMkLst>
          <pc:docMk/>
          <pc:sldMk cId="2368059791" sldId="360"/>
        </pc:sldMkLst>
      </pc:sldChg>
      <pc:sldChg chg="add">
        <pc:chgData name="Sebastian Jakobsen" userId="S::seja@sdu.dk::5b2ac7fb-a084-4b72-bf40-b83b05c9d5cb" providerId="AD" clId="Web-{A6433FCF-7193-0ED8-31FC-4E5E54D041E1}" dt="2026-10-15T13:36:05.655" v="31"/>
        <pc:sldMkLst>
          <pc:docMk/>
          <pc:sldMk cId="2883348770" sldId="361"/>
        </pc:sldMkLst>
      </pc:sldChg>
      <pc:sldChg chg="add">
        <pc:chgData name="Sebastian Jakobsen" userId="S::seja@sdu.dk::5b2ac7fb-a084-4b72-bf40-b83b05c9d5cb" providerId="AD" clId="Web-{A6433FCF-7193-0ED8-31FC-4E5E54D041E1}" dt="2026-10-15T13:36:05.967" v="32"/>
        <pc:sldMkLst>
          <pc:docMk/>
          <pc:sldMk cId="3664603197" sldId="362"/>
        </pc:sldMkLst>
      </pc:sldChg>
      <pc:sldChg chg="add">
        <pc:chgData name="Sebastian Jakobsen" userId="S::seja@sdu.dk::5b2ac7fb-a084-4b72-bf40-b83b05c9d5cb" providerId="AD" clId="Web-{A6433FCF-7193-0ED8-31FC-4E5E54D041E1}" dt="2026-10-15T13:36:06.124" v="33"/>
        <pc:sldMkLst>
          <pc:docMk/>
          <pc:sldMk cId="1077373354" sldId="363"/>
        </pc:sldMkLst>
      </pc:sldChg>
      <pc:sldChg chg="add">
        <pc:chgData name="Sebastian Jakobsen" userId="S::seja@sdu.dk::5b2ac7fb-a084-4b72-bf40-b83b05c9d5cb" providerId="AD" clId="Web-{A6433FCF-7193-0ED8-31FC-4E5E54D041E1}" dt="2026-10-15T13:36:06.233" v="34"/>
        <pc:sldMkLst>
          <pc:docMk/>
          <pc:sldMk cId="3590151442" sldId="364"/>
        </pc:sldMkLst>
      </pc:sldChg>
      <pc:sldChg chg="add">
        <pc:chgData name="Sebastian Jakobsen" userId="S::seja@sdu.dk::5b2ac7fb-a084-4b72-bf40-b83b05c9d5cb" providerId="AD" clId="Web-{A6433FCF-7193-0ED8-31FC-4E5E54D041E1}" dt="2026-10-15T13:36:06.389" v="35"/>
        <pc:sldMkLst>
          <pc:docMk/>
          <pc:sldMk cId="414167650" sldId="365"/>
        </pc:sldMkLst>
      </pc:sldChg>
      <pc:sldChg chg="add">
        <pc:chgData name="Sebastian Jakobsen" userId="S::seja@sdu.dk::5b2ac7fb-a084-4b72-bf40-b83b05c9d5cb" providerId="AD" clId="Web-{A6433FCF-7193-0ED8-31FC-4E5E54D041E1}" dt="2026-10-15T13:36:06.545" v="36"/>
        <pc:sldMkLst>
          <pc:docMk/>
          <pc:sldMk cId="2035602723" sldId="366"/>
        </pc:sldMkLst>
      </pc:sldChg>
      <pc:sldChg chg="add">
        <pc:chgData name="Sebastian Jakobsen" userId="S::seja@sdu.dk::5b2ac7fb-a084-4b72-bf40-b83b05c9d5cb" providerId="AD" clId="Web-{A6433FCF-7193-0ED8-31FC-4E5E54D041E1}" dt="2026-10-15T13:36:06.671" v="37"/>
        <pc:sldMkLst>
          <pc:docMk/>
          <pc:sldMk cId="4128066810" sldId="367"/>
        </pc:sldMkLst>
      </pc:sldChg>
      <pc:sldChg chg="add">
        <pc:chgData name="Sebastian Jakobsen" userId="S::seja@sdu.dk::5b2ac7fb-a084-4b72-bf40-b83b05c9d5cb" providerId="AD" clId="Web-{A6433FCF-7193-0ED8-31FC-4E5E54D041E1}" dt="2026-10-15T13:36:06.858" v="38"/>
        <pc:sldMkLst>
          <pc:docMk/>
          <pc:sldMk cId="428233924" sldId="368"/>
        </pc:sldMkLst>
      </pc:sldChg>
      <pc:sldChg chg="modSp new mod ord modClrScheme chgLayout">
        <pc:chgData name="Sebastian Jakobsen" userId="S::seja@sdu.dk::5b2ac7fb-a084-4b72-bf40-b83b05c9d5cb" providerId="AD" clId="Web-{A6433FCF-7193-0ED8-31FC-4E5E54D041E1}" dt="2026-10-15T13:47:02.619" v="56" actId="20577"/>
        <pc:sldMkLst>
          <pc:docMk/>
          <pc:sldMk cId="257446451" sldId="369"/>
        </pc:sldMkLst>
        <pc:spChg chg="mod ord">
          <ac:chgData name="Sebastian Jakobsen" userId="S::seja@sdu.dk::5b2ac7fb-a084-4b72-bf40-b83b05c9d5cb" providerId="AD" clId="Web-{A6433FCF-7193-0ED8-31FC-4E5E54D041E1}" dt="2026-10-15T13:47:02.619" v="56" actId="20577"/>
          <ac:spMkLst>
            <pc:docMk/>
            <pc:sldMk cId="257446451" sldId="369"/>
            <ac:spMk id="2" creationId="{1EF15DFE-40C4-33A6-CFB2-AF91865FA166}"/>
          </ac:spMkLst>
        </pc:spChg>
        <pc:spChg chg="mod ord">
          <ac:chgData name="Sebastian Jakobsen" userId="S::seja@sdu.dk::5b2ac7fb-a084-4b72-bf40-b83b05c9d5cb" providerId="AD" clId="Web-{A6433FCF-7193-0ED8-31FC-4E5E54D041E1}" dt="2026-10-15T13:46:54.821" v="44"/>
          <ac:spMkLst>
            <pc:docMk/>
            <pc:sldMk cId="257446451" sldId="369"/>
            <ac:spMk id="3" creationId="{AD777825-8F95-9636-3C71-B574EBF4A2D8}"/>
          </ac:spMkLst>
        </pc:spChg>
        <pc:spChg chg="mod ord">
          <ac:chgData name="Sebastian Jakobsen" userId="S::seja@sdu.dk::5b2ac7fb-a084-4b72-bf40-b83b05c9d5cb" providerId="AD" clId="Web-{A6433FCF-7193-0ED8-31FC-4E5E54D041E1}" dt="2026-10-15T13:46:54.821" v="44"/>
          <ac:spMkLst>
            <pc:docMk/>
            <pc:sldMk cId="257446451" sldId="369"/>
            <ac:spMk id="4" creationId="{BDD06AFA-9EE5-87F1-E3B9-9245E8A5632A}"/>
          </ac:spMkLst>
        </pc:spChg>
      </pc:sldChg>
    </pc:docChg>
  </pc:docChgLst>
  <pc:docChgLst>
    <pc:chgData name="Sarah Mittenentzwei" userId="4c45fc55-9cb4-45f8-ace2-eddd3f5a34a7" providerId="ADAL" clId="{833720A7-4F93-4279-A854-84F525683C77}"/>
    <pc:docChg chg="undo redo custSel addSld delSld modSld sldOrd delMainMaster addSection modSection">
      <pc:chgData name="Sarah Mittenentzwei" userId="4c45fc55-9cb4-45f8-ace2-eddd3f5a34a7" providerId="ADAL" clId="{833720A7-4F93-4279-A854-84F525683C77}" dt="2026-10-20T10:51:06.697" v="7055" actId="1035"/>
      <pc:docMkLst>
        <pc:docMk/>
      </pc:docMkLst>
      <pc:sldChg chg="addSp delSp modSp mod ord">
        <pc:chgData name="Sarah Mittenentzwei" userId="4c45fc55-9cb4-45f8-ace2-eddd3f5a34a7" providerId="ADAL" clId="{833720A7-4F93-4279-A854-84F525683C77}" dt="2026-10-19T13:33:32.283" v="6769" actId="1076"/>
        <pc:sldMkLst>
          <pc:docMk/>
          <pc:sldMk cId="1807985671" sldId="256"/>
        </pc:sldMkLst>
        <pc:spChg chg="mod">
          <ac:chgData name="Sarah Mittenentzwei" userId="4c45fc55-9cb4-45f8-ace2-eddd3f5a34a7" providerId="ADAL" clId="{833720A7-4F93-4279-A854-84F525683C77}" dt="2026-10-14T07:26:37.883" v="35" actId="20577"/>
          <ac:spMkLst>
            <pc:docMk/>
            <pc:sldMk cId="1807985671" sldId="256"/>
            <ac:spMk id="2" creationId="{20286CF2-0A35-2A05-CB3E-2AABBEA941FF}"/>
          </ac:spMkLst>
        </pc:spChg>
        <pc:spChg chg="mod">
          <ac:chgData name="Sarah Mittenentzwei" userId="4c45fc55-9cb4-45f8-ace2-eddd3f5a34a7" providerId="ADAL" clId="{833720A7-4F93-4279-A854-84F525683C77}" dt="2026-10-19T11:33:32.464" v="6743" actId="20577"/>
          <ac:spMkLst>
            <pc:docMk/>
            <pc:sldMk cId="1807985671" sldId="256"/>
            <ac:spMk id="3" creationId="{97E2E689-1B43-075F-FD79-84A985C924E4}"/>
          </ac:spMkLst>
        </pc:spChg>
        <pc:spChg chg="mod">
          <ac:chgData name="Sarah Mittenentzwei" userId="4c45fc55-9cb4-45f8-ace2-eddd3f5a34a7" providerId="ADAL" clId="{833720A7-4F93-4279-A854-84F525683C77}" dt="2026-10-19T11:33:38.028" v="6751" actId="20577"/>
          <ac:spMkLst>
            <pc:docMk/>
            <pc:sldMk cId="1807985671" sldId="256"/>
            <ac:spMk id="4" creationId="{C653F3F6-2789-0FF7-692A-9E7923034AF9}"/>
          </ac:spMkLst>
        </pc:spChg>
        <pc:picChg chg="add del mod">
          <ac:chgData name="Sarah Mittenentzwei" userId="4c45fc55-9cb4-45f8-ace2-eddd3f5a34a7" providerId="ADAL" clId="{833720A7-4F93-4279-A854-84F525683C77}" dt="2026-10-19T10:53:04.496" v="6663" actId="478"/>
          <ac:picMkLst>
            <pc:docMk/>
            <pc:sldMk cId="1807985671" sldId="256"/>
            <ac:picMk id="6" creationId="{C91CBA61-B64C-8816-B0FD-FD91E3D142D4}"/>
          </ac:picMkLst>
        </pc:picChg>
        <pc:picChg chg="add mod">
          <ac:chgData name="Sarah Mittenentzwei" userId="4c45fc55-9cb4-45f8-ace2-eddd3f5a34a7" providerId="ADAL" clId="{833720A7-4F93-4279-A854-84F525683C77}" dt="2026-10-19T13:33:32.283" v="6769" actId="1076"/>
          <ac:picMkLst>
            <pc:docMk/>
            <pc:sldMk cId="1807985671" sldId="256"/>
            <ac:picMk id="8" creationId="{E0E7AC08-22CF-34C5-B78B-EED50FC7181A}"/>
          </ac:picMkLst>
        </pc:picChg>
      </pc:sldChg>
      <pc:sldChg chg="addSp delSp modSp new add del mod ord modClrScheme chgLayout">
        <pc:chgData name="Sarah Mittenentzwei" userId="4c45fc55-9cb4-45f8-ace2-eddd3f5a34a7" providerId="ADAL" clId="{833720A7-4F93-4279-A854-84F525683C77}" dt="2026-10-15T12:22:01.822" v="5772" actId="404"/>
        <pc:sldMkLst>
          <pc:docMk/>
          <pc:sldMk cId="1335762553" sldId="257"/>
        </pc:sldMkLst>
        <pc:spChg chg="add mod ord">
          <ac:chgData name="Sarah Mittenentzwei" userId="4c45fc55-9cb4-45f8-ace2-eddd3f5a34a7" providerId="ADAL" clId="{833720A7-4F93-4279-A854-84F525683C77}" dt="2026-10-14T07:27:52.868" v="40" actId="20577"/>
          <ac:spMkLst>
            <pc:docMk/>
            <pc:sldMk cId="1335762553" sldId="257"/>
            <ac:spMk id="5" creationId="{652DD9C1-94FD-E572-132A-DA279D6D337D}"/>
          </ac:spMkLst>
        </pc:spChg>
        <pc:spChg chg="add mod ord">
          <ac:chgData name="Sarah Mittenentzwei" userId="4c45fc55-9cb4-45f8-ace2-eddd3f5a34a7" providerId="ADAL" clId="{833720A7-4F93-4279-A854-84F525683C77}" dt="2026-10-15T12:22:01.822" v="5772" actId="404"/>
          <ac:spMkLst>
            <pc:docMk/>
            <pc:sldMk cId="1335762553" sldId="257"/>
            <ac:spMk id="6" creationId="{DD60F15D-8883-E635-6FAB-8041545EA215}"/>
          </ac:spMkLst>
        </pc:spChg>
      </pc:sldChg>
      <pc:sldChg chg="addSp delSp new mod ord setBg modClrScheme chgLayout">
        <pc:chgData name="Sarah Mittenentzwei" userId="4c45fc55-9cb4-45f8-ace2-eddd3f5a34a7" providerId="ADAL" clId="{833720A7-4F93-4279-A854-84F525683C77}" dt="2026-10-14T09:11:57.459" v="1852"/>
        <pc:sldMkLst>
          <pc:docMk/>
          <pc:sldMk cId="62377758" sldId="259"/>
        </pc:sldMkLst>
        <pc:picChg chg="add">
          <ac:chgData name="Sarah Mittenentzwei" userId="4c45fc55-9cb4-45f8-ace2-eddd3f5a34a7" providerId="ADAL" clId="{833720A7-4F93-4279-A854-84F525683C77}" dt="2026-10-14T07:30:40.948" v="51" actId="22"/>
          <ac:picMkLst>
            <pc:docMk/>
            <pc:sldMk cId="62377758" sldId="259"/>
            <ac:picMk id="5" creationId="{B9E1BC72-06F7-2D6B-81D4-495359370971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14T07:34:27.802" v="115" actId="20577"/>
        <pc:sldMkLst>
          <pc:docMk/>
          <pc:sldMk cId="579665090" sldId="261"/>
        </pc:sldMkLst>
        <pc:spChg chg="add">
          <ac:chgData name="Sarah Mittenentzwei" userId="4c45fc55-9cb4-45f8-ace2-eddd3f5a34a7" providerId="ADAL" clId="{833720A7-4F93-4279-A854-84F525683C77}" dt="2026-10-14T07:33:58.486" v="72" actId="22"/>
          <ac:spMkLst>
            <pc:docMk/>
            <pc:sldMk cId="579665090" sldId="261"/>
            <ac:spMk id="9" creationId="{2DD54AF3-F9A8-F56B-0807-A2B6D2C22F5E}"/>
          </ac:spMkLst>
        </pc:spChg>
        <pc:spChg chg="add mod ord">
          <ac:chgData name="Sarah Mittenentzwei" userId="4c45fc55-9cb4-45f8-ace2-eddd3f5a34a7" providerId="ADAL" clId="{833720A7-4F93-4279-A854-84F525683C77}" dt="2026-10-14T07:34:27.802" v="115" actId="20577"/>
          <ac:spMkLst>
            <pc:docMk/>
            <pc:sldMk cId="579665090" sldId="261"/>
            <ac:spMk id="10" creationId="{26B63CD2-EC6E-D844-CF6E-047AE9C30A86}"/>
          </ac:spMkLst>
        </pc:spChg>
        <pc:graphicFrameChg chg="add">
          <ac:chgData name="Sarah Mittenentzwei" userId="4c45fc55-9cb4-45f8-ace2-eddd3f5a34a7" providerId="ADAL" clId="{833720A7-4F93-4279-A854-84F525683C77}" dt="2026-10-14T07:33:58.486" v="72" actId="22"/>
          <ac:graphicFrameMkLst>
            <pc:docMk/>
            <pc:sldMk cId="579665090" sldId="261"/>
            <ac:graphicFrameMk id="5" creationId="{608F7348-2786-0F5E-3358-573262009CD1}"/>
          </ac:graphicFrameMkLst>
        </pc:graphicFrameChg>
        <pc:graphicFrameChg chg="add">
          <ac:chgData name="Sarah Mittenentzwei" userId="4c45fc55-9cb4-45f8-ace2-eddd3f5a34a7" providerId="ADAL" clId="{833720A7-4F93-4279-A854-84F525683C77}" dt="2026-10-14T07:33:58.486" v="72" actId="22"/>
          <ac:graphicFrameMkLst>
            <pc:docMk/>
            <pc:sldMk cId="579665090" sldId="261"/>
            <ac:graphicFrameMk id="7" creationId="{024373ED-626F-C1F3-05D4-2D0C4894C380}"/>
          </ac:graphicFrameMkLst>
        </pc:graphicFrameChg>
      </pc:sldChg>
      <pc:sldChg chg="addSp delSp modSp new mod ord modClrScheme chgLayout">
        <pc:chgData name="Sarah Mittenentzwei" userId="4c45fc55-9cb4-45f8-ace2-eddd3f5a34a7" providerId="ADAL" clId="{833720A7-4F93-4279-A854-84F525683C77}" dt="2026-10-19T10:51:54.365" v="6658"/>
        <pc:sldMkLst>
          <pc:docMk/>
          <pc:sldMk cId="2488192356" sldId="262"/>
        </pc:sldMkLst>
        <pc:spChg chg="add mod">
          <ac:chgData name="Sarah Mittenentzwei" userId="4c45fc55-9cb4-45f8-ace2-eddd3f5a34a7" providerId="ADAL" clId="{833720A7-4F93-4279-A854-84F525683C77}" dt="2026-10-19T10:45:25.211" v="6467" actId="1076"/>
          <ac:spMkLst>
            <pc:docMk/>
            <pc:sldMk cId="2488192356" sldId="262"/>
            <ac:spMk id="2" creationId="{168B42EF-2A18-36FC-6348-5335DBED1DF2}"/>
          </ac:spMkLst>
        </pc:spChg>
        <pc:picChg chg="add mod ord">
          <ac:chgData name="Sarah Mittenentzwei" userId="4c45fc55-9cb4-45f8-ace2-eddd3f5a34a7" providerId="ADAL" clId="{833720A7-4F93-4279-A854-84F525683C77}" dt="2026-10-14T09:02:33.961" v="1736" actId="700"/>
          <ac:picMkLst>
            <pc:docMk/>
            <pc:sldMk cId="2488192356" sldId="262"/>
            <ac:picMk id="12" creationId="{DBB7BA8E-ECF9-75A9-292E-D9731C5E694D}"/>
          </ac:picMkLst>
        </pc:picChg>
        <pc:picChg chg="add mod">
          <ac:chgData name="Sarah Mittenentzwei" userId="4c45fc55-9cb4-45f8-ace2-eddd3f5a34a7" providerId="ADAL" clId="{833720A7-4F93-4279-A854-84F525683C77}" dt="2026-10-14T09:12:22.747" v="1860" actId="14100"/>
          <ac:picMkLst>
            <pc:docMk/>
            <pc:sldMk cId="2488192356" sldId="262"/>
            <ac:picMk id="15" creationId="{C3A30886-3E08-244B-F270-7A563877638C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20T08:46:24.080" v="7028" actId="27636"/>
        <pc:sldMkLst>
          <pc:docMk/>
          <pc:sldMk cId="1699148475" sldId="263"/>
        </pc:sldMkLst>
        <pc:spChg chg="add mod">
          <ac:chgData name="Sarah Mittenentzwei" userId="4c45fc55-9cb4-45f8-ace2-eddd3f5a34a7" providerId="ADAL" clId="{833720A7-4F93-4279-A854-84F525683C77}" dt="2026-10-15T12:22:16.650" v="5773" actId="207"/>
          <ac:spMkLst>
            <pc:docMk/>
            <pc:sldMk cId="1699148475" sldId="263"/>
            <ac:spMk id="4" creationId="{080C6900-7E1B-455E-C4E0-2CDA50CAC100}"/>
          </ac:spMkLst>
        </pc:spChg>
        <pc:spChg chg="add mod">
          <ac:chgData name="Sarah Mittenentzwei" userId="4c45fc55-9cb4-45f8-ace2-eddd3f5a34a7" providerId="ADAL" clId="{833720A7-4F93-4279-A854-84F525683C77}" dt="2026-10-20T08:46:24.080" v="7028" actId="27636"/>
          <ac:spMkLst>
            <pc:docMk/>
            <pc:sldMk cId="1699148475" sldId="263"/>
            <ac:spMk id="5" creationId="{A10E484D-DD16-6CD7-4BD5-CD3FC3848E53}"/>
          </ac:spMkLst>
        </pc:spChg>
      </pc:sldChg>
      <pc:sldChg chg="addSp delSp modSp new mod modClrScheme chgLayout">
        <pc:chgData name="Sarah Mittenentzwei" userId="4c45fc55-9cb4-45f8-ace2-eddd3f5a34a7" providerId="ADAL" clId="{833720A7-4F93-4279-A854-84F525683C77}" dt="2026-10-14T07:44:49.075" v="199" actId="171"/>
        <pc:sldMkLst>
          <pc:docMk/>
          <pc:sldMk cId="2943735835" sldId="264"/>
        </pc:sldMkLst>
        <pc:spChg chg="add mod">
          <ac:chgData name="Sarah Mittenentzwei" userId="4c45fc55-9cb4-45f8-ace2-eddd3f5a34a7" providerId="ADAL" clId="{833720A7-4F93-4279-A854-84F525683C77}" dt="2026-10-14T07:42:03.214" v="192" actId="26606"/>
          <ac:spMkLst>
            <pc:docMk/>
            <pc:sldMk cId="2943735835" sldId="264"/>
            <ac:spMk id="4" creationId="{1F4CF426-39E3-70A3-FAF8-231DADF08F08}"/>
          </ac:spMkLst>
        </pc:spChg>
        <pc:picChg chg="add mod">
          <ac:chgData name="Sarah Mittenentzwei" userId="4c45fc55-9cb4-45f8-ace2-eddd3f5a34a7" providerId="ADAL" clId="{833720A7-4F93-4279-A854-84F525683C77}" dt="2026-10-14T07:43:57.773" v="195" actId="931"/>
          <ac:picMkLst>
            <pc:docMk/>
            <pc:sldMk cId="2943735835" sldId="264"/>
            <ac:picMk id="10" creationId="{2F7CB3A5-4B93-6C2F-AFB8-DA6EC3525F72}"/>
          </ac:picMkLst>
        </pc:picChg>
        <pc:picChg chg="add mod ord">
          <ac:chgData name="Sarah Mittenentzwei" userId="4c45fc55-9cb4-45f8-ace2-eddd3f5a34a7" providerId="ADAL" clId="{833720A7-4F93-4279-A854-84F525683C77}" dt="2026-10-14T07:44:49.075" v="199" actId="171"/>
          <ac:picMkLst>
            <pc:docMk/>
            <pc:sldMk cId="2943735835" sldId="264"/>
            <ac:picMk id="14" creationId="{04AEDCB6-176B-F9B3-9C8D-4A459B7D56ED}"/>
          </ac:picMkLst>
        </pc:picChg>
      </pc:sldChg>
      <pc:sldChg chg="addSp delSp modSp new mod modClrScheme modAnim chgLayout">
        <pc:chgData name="Sarah Mittenentzwei" userId="4c45fc55-9cb4-45f8-ace2-eddd3f5a34a7" providerId="ADAL" clId="{833720A7-4F93-4279-A854-84F525683C77}" dt="2026-10-19T14:12:36.644" v="6911"/>
        <pc:sldMkLst>
          <pc:docMk/>
          <pc:sldMk cId="3209580627" sldId="265"/>
        </pc:sldMkLst>
        <pc:spChg chg="add mod ord">
          <ac:chgData name="Sarah Mittenentzwei" userId="4c45fc55-9cb4-45f8-ace2-eddd3f5a34a7" providerId="ADAL" clId="{833720A7-4F93-4279-A854-84F525683C77}" dt="2026-10-14T07:45:44.225" v="211" actId="20577"/>
          <ac:spMkLst>
            <pc:docMk/>
            <pc:sldMk cId="3209580627" sldId="265"/>
            <ac:spMk id="4" creationId="{F92FA94B-4C48-7C72-48E3-010EAA3620EA}"/>
          </ac:spMkLst>
        </pc:spChg>
        <pc:spChg chg="add mod ord">
          <ac:chgData name="Sarah Mittenentzwei" userId="4c45fc55-9cb4-45f8-ace2-eddd3f5a34a7" providerId="ADAL" clId="{833720A7-4F93-4279-A854-84F525683C77}" dt="2026-10-19T13:39:17.263" v="6786" actId="12"/>
          <ac:spMkLst>
            <pc:docMk/>
            <pc:sldMk cId="3209580627" sldId="265"/>
            <ac:spMk id="5" creationId="{45A17A99-099F-FB05-BA8F-872F84B22613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35" creationId="{5FAD7734-A0B6-5EA7-4319-CD74CE9B8531}"/>
          </ac:spMkLst>
        </pc:spChg>
        <pc:spChg chg="mod">
          <ac:chgData name="Sarah Mittenentzwei" userId="4c45fc55-9cb4-45f8-ace2-eddd3f5a34a7" providerId="ADAL" clId="{833720A7-4F93-4279-A854-84F525683C77}" dt="2026-10-14T07:46:13.538" v="214" actId="207"/>
          <ac:spMkLst>
            <pc:docMk/>
            <pc:sldMk cId="3209580627" sldId="265"/>
            <ac:spMk id="39" creationId="{CE083A96-2AFF-05BB-3A39-8A3571D1EB60}"/>
          </ac:spMkLst>
        </pc:spChg>
        <pc:spChg chg="mod">
          <ac:chgData name="Sarah Mittenentzwei" userId="4c45fc55-9cb4-45f8-ace2-eddd3f5a34a7" providerId="ADAL" clId="{833720A7-4F93-4279-A854-84F525683C77}" dt="2026-10-14T07:46:21.626" v="215" actId="207"/>
          <ac:spMkLst>
            <pc:docMk/>
            <pc:sldMk cId="3209580627" sldId="265"/>
            <ac:spMk id="40" creationId="{278299B4-F2EF-DBFC-BB71-985148085D74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41" creationId="{1C267D16-5410-826B-47A6-1790E4F125E5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45" creationId="{D4A81ED0-9531-6600-A074-23EB84BDA5B5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48" creationId="{10C5E7E9-26F9-E7C4-E17C-92BE451656AD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50" creationId="{C45B3968-158E-351C-2C3D-E706A20E79FD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51" creationId="{F443C5A8-A993-874B-B49D-60292ADB1641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53" creationId="{3551E496-32C2-C96A-FB29-F95400D8E26A}"/>
          </ac:spMkLst>
        </pc:spChg>
        <pc:spChg chg="mod">
          <ac:chgData name="Sarah Mittenentzwei" userId="4c45fc55-9cb4-45f8-ace2-eddd3f5a34a7" providerId="ADAL" clId="{833720A7-4F93-4279-A854-84F525683C77}" dt="2026-10-14T07:45:25.173" v="205"/>
          <ac:spMkLst>
            <pc:docMk/>
            <pc:sldMk cId="3209580627" sldId="265"/>
            <ac:spMk id="56" creationId="{6491EE59-B790-5E46-ABBE-98DAE20EDE01}"/>
          </ac:spMkLst>
        </pc:spChg>
      </pc:sldChg>
      <pc:sldChg chg="addSp delSp modSp new mod modClrScheme chgLayout">
        <pc:chgData name="Sarah Mittenentzwei" userId="4c45fc55-9cb4-45f8-ace2-eddd3f5a34a7" providerId="ADAL" clId="{833720A7-4F93-4279-A854-84F525683C77}" dt="2026-10-19T13:42:02.037" v="6810" actId="20577"/>
        <pc:sldMkLst>
          <pc:docMk/>
          <pc:sldMk cId="2867151660" sldId="272"/>
        </pc:sldMkLst>
        <pc:spChg chg="add del mod ord">
          <ac:chgData name="Sarah Mittenentzwei" userId="4c45fc55-9cb4-45f8-ace2-eddd3f5a34a7" providerId="ADAL" clId="{833720A7-4F93-4279-A854-84F525683C77}" dt="2026-10-19T13:40:33.128" v="6793" actId="478"/>
          <ac:spMkLst>
            <pc:docMk/>
            <pc:sldMk cId="2867151660" sldId="272"/>
            <ac:spMk id="2" creationId="{1F8B0BF5-65D2-5141-A13C-D786EDC07E4C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4" creationId="{9ECAD414-DCB4-669A-7D8D-A8979132B416}"/>
          </ac:spMkLst>
        </pc:spChg>
        <pc:spChg chg="add mod ord">
          <ac:chgData name="Sarah Mittenentzwei" userId="4c45fc55-9cb4-45f8-ace2-eddd3f5a34a7" providerId="ADAL" clId="{833720A7-4F93-4279-A854-84F525683C77}" dt="2026-10-19T13:40:19.471" v="6788" actId="700"/>
          <ac:spMkLst>
            <pc:docMk/>
            <pc:sldMk cId="2867151660" sldId="272"/>
            <ac:spMk id="5" creationId="{C7462269-63B9-951F-A1AB-6212DF81413A}"/>
          </ac:spMkLst>
        </pc:spChg>
        <pc:spChg chg="add mod ord">
          <ac:chgData name="Sarah Mittenentzwei" userId="4c45fc55-9cb4-45f8-ace2-eddd3f5a34a7" providerId="ADAL" clId="{833720A7-4F93-4279-A854-84F525683C77}" dt="2026-10-19T13:42:02.037" v="6810" actId="20577"/>
          <ac:spMkLst>
            <pc:docMk/>
            <pc:sldMk cId="2867151660" sldId="272"/>
            <ac:spMk id="6" creationId="{4BD77C90-340F-0613-B464-CF72EE2EE9B5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9" creationId="{2130DBEB-97CA-4BF4-3669-7AD9CF53A442}"/>
          </ac:spMkLst>
        </pc:spChg>
        <pc:spChg chg="add del mod">
          <ac:chgData name="Sarah Mittenentzwei" userId="4c45fc55-9cb4-45f8-ace2-eddd3f5a34a7" providerId="ADAL" clId="{833720A7-4F93-4279-A854-84F525683C77}" dt="2026-10-19T13:40:30.682" v="6792" actId="478"/>
          <ac:spMkLst>
            <pc:docMk/>
            <pc:sldMk cId="2867151660" sldId="272"/>
            <ac:spMk id="12" creationId="{6ABD4D66-9844-EAAB-F12F-7E868B9B4C92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13" creationId="{2E3F50F8-0A41-B764-5720-8422EECDC902}"/>
          </ac:spMkLst>
        </pc:spChg>
        <pc:spChg chg="add del mod">
          <ac:chgData name="Sarah Mittenentzwei" userId="4c45fc55-9cb4-45f8-ace2-eddd3f5a34a7" providerId="ADAL" clId="{833720A7-4F93-4279-A854-84F525683C77}" dt="2026-10-19T13:40:28.058" v="6791" actId="478"/>
          <ac:spMkLst>
            <pc:docMk/>
            <pc:sldMk cId="2867151660" sldId="272"/>
            <ac:spMk id="14" creationId="{DD12B7F7-0E9F-B707-51F7-4EBF7FF3D30F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16" creationId="{9D995D61-E90D-0547-804B-EEFC060E59B3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20" creationId="{500B1F87-B7D0-013F-00EC-5AF488CD6864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24" creationId="{F40EC1D1-F620-5718-38C5-45481DA8B2A7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25" creationId="{7F20C474-E0AA-E20E-B1DF-10EC33AEC110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33" creationId="{0ECF6F11-805E-19EF-FCB0-45A5B8565692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35" creationId="{998B9943-D17D-FC4C-4FC0-6B6D78AB070E}"/>
          </ac:spMkLst>
        </pc:spChg>
        <pc:spChg chg="mod">
          <ac:chgData name="Sarah Mittenentzwei" userId="4c45fc55-9cb4-45f8-ace2-eddd3f5a34a7" providerId="ADAL" clId="{833720A7-4F93-4279-A854-84F525683C77}" dt="2026-10-19T13:40:34.150" v="6794"/>
          <ac:spMkLst>
            <pc:docMk/>
            <pc:sldMk cId="2867151660" sldId="272"/>
            <ac:spMk id="36" creationId="{C8C46733-E656-D3B2-CB7F-E2144E9780E2}"/>
          </ac:spMkLst>
        </pc:spChg>
        <pc:grpChg chg="mod">
          <ac:chgData name="Sarah Mittenentzwei" userId="4c45fc55-9cb4-45f8-ace2-eddd3f5a34a7" providerId="ADAL" clId="{833720A7-4F93-4279-A854-84F525683C77}" dt="2026-10-19T13:41:06.726" v="6803" actId="1076"/>
          <ac:grpSpMkLst>
            <pc:docMk/>
            <pc:sldMk cId="2867151660" sldId="272"/>
            <ac:grpSpMk id="3" creationId="{02FAAD58-0CE5-6965-75E6-40C17CB74682}"/>
          </ac:grpSpMkLst>
        </pc:grpChg>
        <pc:picChg chg="add del mod">
          <ac:chgData name="Sarah Mittenentzwei" userId="4c45fc55-9cb4-45f8-ace2-eddd3f5a34a7" providerId="ADAL" clId="{833720A7-4F93-4279-A854-84F525683C77}" dt="2026-10-19T13:40:25.613" v="6790" actId="478"/>
          <ac:picMkLst>
            <pc:docMk/>
            <pc:sldMk cId="2867151660" sldId="272"/>
            <ac:picMk id="8" creationId="{DF880269-6432-3A4F-44FA-4EB02F536284}"/>
          </ac:picMkLst>
        </pc:picChg>
        <pc:picChg chg="add del mod">
          <ac:chgData name="Sarah Mittenentzwei" userId="4c45fc55-9cb4-45f8-ace2-eddd3f5a34a7" providerId="ADAL" clId="{833720A7-4F93-4279-A854-84F525683C77}" dt="2026-10-19T13:40:23.398" v="6789" actId="478"/>
          <ac:picMkLst>
            <pc:docMk/>
            <pc:sldMk cId="2867151660" sldId="272"/>
            <ac:picMk id="10" creationId="{248A1BC9-72B3-BA94-E3C1-74C2C8799EAC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19T12:42:56.887" v="6756" actId="1076"/>
        <pc:sldMkLst>
          <pc:docMk/>
          <pc:sldMk cId="1144144984" sldId="273"/>
        </pc:sldMkLst>
        <pc:spChg chg="add mod ord">
          <ac:chgData name="Sarah Mittenentzwei" userId="4c45fc55-9cb4-45f8-ace2-eddd3f5a34a7" providerId="ADAL" clId="{833720A7-4F93-4279-A854-84F525683C77}" dt="2026-10-15T12:48:59.829" v="5828" actId="26606"/>
          <ac:spMkLst>
            <pc:docMk/>
            <pc:sldMk cId="1144144984" sldId="273"/>
            <ac:spMk id="4" creationId="{4FBD798B-9D19-613D-7648-13BE5D1E29CE}"/>
          </ac:spMkLst>
        </pc:spChg>
        <pc:picChg chg="add mod modCrop">
          <ac:chgData name="Sarah Mittenentzwei" userId="4c45fc55-9cb4-45f8-ace2-eddd3f5a34a7" providerId="ADAL" clId="{833720A7-4F93-4279-A854-84F525683C77}" dt="2026-10-19T12:42:56.887" v="6756" actId="1076"/>
          <ac:picMkLst>
            <pc:docMk/>
            <pc:sldMk cId="1144144984" sldId="273"/>
            <ac:picMk id="3" creationId="{1B01481F-F250-6515-607B-A78A85F638C8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15T13:09:10.188" v="6301" actId="1076"/>
        <pc:sldMkLst>
          <pc:docMk/>
          <pc:sldMk cId="3992843431" sldId="274"/>
        </pc:sldMkLst>
        <pc:spChg chg="add mod ord">
          <ac:chgData name="Sarah Mittenentzwei" userId="4c45fc55-9cb4-45f8-ace2-eddd3f5a34a7" providerId="ADAL" clId="{833720A7-4F93-4279-A854-84F525683C77}" dt="2026-10-14T08:00:03.569" v="536" actId="20577"/>
          <ac:spMkLst>
            <pc:docMk/>
            <pc:sldMk cId="3992843431" sldId="274"/>
            <ac:spMk id="3" creationId="{1E600E05-BCAD-1F52-09AA-C2EBE6ADE99F}"/>
          </ac:spMkLst>
        </pc:spChg>
        <pc:spChg chg="add mod ord">
          <ac:chgData name="Sarah Mittenentzwei" userId="4c45fc55-9cb4-45f8-ace2-eddd3f5a34a7" providerId="ADAL" clId="{833720A7-4F93-4279-A854-84F525683C77}" dt="2026-10-15T13:04:24.132" v="6232" actId="20577"/>
          <ac:spMkLst>
            <pc:docMk/>
            <pc:sldMk cId="3992843431" sldId="274"/>
            <ac:spMk id="4" creationId="{4EDF0EA8-927D-E118-2AE2-5F3BDDFCB9B7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8" creationId="{EA287FD1-D4D0-0EB9-0FC1-93231DDEF91B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12" creationId="{47C1DF47-D9EA-40D6-040C-1C53D69D987F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14" creationId="{F5526CCE-4C48-9B4B-826E-E90BB590C577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16" creationId="{98C9E841-D62D-15BD-B201-2CB18EFA3F20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18" creationId="{FF65FEDB-6CDB-EC72-D63B-ED85458F5281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20" creationId="{52732179-71CC-C127-4409-E5BCD2EBC601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22" creationId="{99A9E6AF-23EE-B4CD-C471-67369B258893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24" creationId="{4925CA00-A766-68E2-35B3-83244A65225D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26" creationId="{4F63BF87-320C-8F46-E66C-BC8AED0D3B42}"/>
          </ac:spMkLst>
        </pc:spChg>
        <pc:spChg chg="add mod">
          <ac:chgData name="Sarah Mittenentzwei" userId="4c45fc55-9cb4-45f8-ace2-eddd3f5a34a7" providerId="ADAL" clId="{833720A7-4F93-4279-A854-84F525683C77}" dt="2026-10-15T13:09:10.188" v="6301" actId="1076"/>
          <ac:spMkLst>
            <pc:docMk/>
            <pc:sldMk cId="3992843431" sldId="274"/>
            <ac:spMk id="28" creationId="{078971CE-2B3A-15DB-1656-18FC17D1B8F2}"/>
          </ac:spMkLst>
        </pc:spChg>
      </pc:sldChg>
      <pc:sldChg chg="addSp delSp modSp add mod">
        <pc:chgData name="Sarah Mittenentzwei" userId="4c45fc55-9cb4-45f8-ace2-eddd3f5a34a7" providerId="ADAL" clId="{833720A7-4F93-4279-A854-84F525683C77}" dt="2026-10-15T13:09:22.953" v="6309" actId="20577"/>
        <pc:sldMkLst>
          <pc:docMk/>
          <pc:sldMk cId="394519681" sldId="275"/>
        </pc:sldMkLst>
        <pc:spChg chg="mod">
          <ac:chgData name="Sarah Mittenentzwei" userId="4c45fc55-9cb4-45f8-ace2-eddd3f5a34a7" providerId="ADAL" clId="{833720A7-4F93-4279-A854-84F525683C77}" dt="2026-10-14T07:59:57.938" v="516" actId="20577"/>
          <ac:spMkLst>
            <pc:docMk/>
            <pc:sldMk cId="394519681" sldId="275"/>
            <ac:spMk id="3" creationId="{6333BE89-3EAC-F60A-6B0C-FDBF5D15B434}"/>
          </ac:spMkLst>
        </pc:spChg>
        <pc:spChg chg="mod">
          <ac:chgData name="Sarah Mittenentzwei" userId="4c45fc55-9cb4-45f8-ace2-eddd3f5a34a7" providerId="ADAL" clId="{833720A7-4F93-4279-A854-84F525683C77}" dt="2026-10-15T13:09:22.953" v="6309" actId="20577"/>
          <ac:spMkLst>
            <pc:docMk/>
            <pc:sldMk cId="394519681" sldId="275"/>
            <ac:spMk id="4" creationId="{33A5BB6D-BD3A-46E5-BD82-EE0E884723E9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6" creationId="{5E089A9C-2D1B-AA6F-C305-7AB45446C080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9" creationId="{8C58AD7A-9C2B-9C1A-01B8-5AF9D19CB3C3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11" creationId="{60EFAD85-10FD-59DF-AF61-9AA1D51BED88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14" creationId="{5A74FB02-DB1F-DDB3-3BD8-DBDE90754376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16" creationId="{6FDFE240-13FB-FF26-E84E-51DF5FA6AF76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18" creationId="{673F4BAF-ADEC-20C9-E480-97C6FAA48476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20" creationId="{A4F9D3E9-27A6-8B29-B6AA-973E58808A5A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22" creationId="{58E5DE3E-516F-1D4D-89A0-6F6310A38DAC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24" creationId="{00A0168D-1F63-02E5-DF76-1E1924732EAA}"/>
          </ac:spMkLst>
        </pc:spChg>
        <pc:spChg chg="add del mod">
          <ac:chgData name="Sarah Mittenentzwei" userId="4c45fc55-9cb4-45f8-ace2-eddd3f5a34a7" providerId="ADAL" clId="{833720A7-4F93-4279-A854-84F525683C77}" dt="2026-10-15T13:09:09.818" v="6300" actId="1076"/>
          <ac:spMkLst>
            <pc:docMk/>
            <pc:sldMk cId="394519681" sldId="275"/>
            <ac:spMk id="26" creationId="{D5ED7ACA-ECA8-62B6-5ACF-1C3F6280DAE2}"/>
          </ac:spMkLst>
        </pc:spChg>
      </pc:sldChg>
      <pc:sldChg chg="addSp delSp modSp add mod">
        <pc:chgData name="Sarah Mittenentzwei" userId="4c45fc55-9cb4-45f8-ace2-eddd3f5a34a7" providerId="ADAL" clId="{833720A7-4F93-4279-A854-84F525683C77}" dt="2026-10-15T13:10:16.002" v="6322" actId="207"/>
        <pc:sldMkLst>
          <pc:docMk/>
          <pc:sldMk cId="1989624843" sldId="276"/>
        </pc:sldMkLst>
        <pc:spChg chg="mod">
          <ac:chgData name="Sarah Mittenentzwei" userId="4c45fc55-9cb4-45f8-ace2-eddd3f5a34a7" providerId="ADAL" clId="{833720A7-4F93-4279-A854-84F525683C77}" dt="2026-10-14T08:00:27.411" v="561" actId="20577"/>
          <ac:spMkLst>
            <pc:docMk/>
            <pc:sldMk cId="1989624843" sldId="276"/>
            <ac:spMk id="3" creationId="{CB2C0CC2-0765-7F56-4905-15E9BF5B6D24}"/>
          </ac:spMkLst>
        </pc:spChg>
        <pc:spChg chg="mod">
          <ac:chgData name="Sarah Mittenentzwei" userId="4c45fc55-9cb4-45f8-ace2-eddd3f5a34a7" providerId="ADAL" clId="{833720A7-4F93-4279-A854-84F525683C77}" dt="2026-10-15T13:09:23.229" v="6310" actId="20577"/>
          <ac:spMkLst>
            <pc:docMk/>
            <pc:sldMk cId="1989624843" sldId="276"/>
            <ac:spMk id="4" creationId="{BA10299E-4ADD-B8C3-FA6C-B4A0282DE6F8}"/>
          </ac:spMkLst>
        </pc:spChg>
        <pc:spChg chg="add del mod">
          <ac:chgData name="Sarah Mittenentzwei" userId="4c45fc55-9cb4-45f8-ace2-eddd3f5a34a7" providerId="ADAL" clId="{833720A7-4F93-4279-A854-84F525683C77}" dt="2026-10-15T13:09:44.091" v="6320" actId="13822"/>
          <ac:spMkLst>
            <pc:docMk/>
            <pc:sldMk cId="1989624843" sldId="276"/>
            <ac:spMk id="6" creationId="{19D98450-0A57-80FB-4599-B7D69897EBC9}"/>
          </ac:spMkLst>
        </pc:spChg>
        <pc:spChg chg="add del mod">
          <ac:chgData name="Sarah Mittenentzwei" userId="4c45fc55-9cb4-45f8-ace2-eddd3f5a34a7" providerId="ADAL" clId="{833720A7-4F93-4279-A854-84F525683C77}" dt="2026-10-15T13:09:23.858" v="6314" actId="13822"/>
          <ac:spMkLst>
            <pc:docMk/>
            <pc:sldMk cId="1989624843" sldId="276"/>
            <ac:spMk id="9" creationId="{A86AE2EB-BDD5-0D53-1C94-224228091F8E}"/>
          </ac:spMkLst>
        </pc:spChg>
        <pc:spChg chg="add del mod">
          <ac:chgData name="Sarah Mittenentzwei" userId="4c45fc55-9cb4-45f8-ace2-eddd3f5a34a7" providerId="ADAL" clId="{833720A7-4F93-4279-A854-84F525683C77}" dt="2026-10-15T13:09:24.015" v="6315" actId="13822"/>
          <ac:spMkLst>
            <pc:docMk/>
            <pc:sldMk cId="1989624843" sldId="276"/>
            <ac:spMk id="12" creationId="{E574861F-2DBC-EC05-E328-8C6577BE6193}"/>
          </ac:spMkLst>
        </pc:spChg>
        <pc:spChg chg="add del mod">
          <ac:chgData name="Sarah Mittenentzwei" userId="4c45fc55-9cb4-45f8-ace2-eddd3f5a34a7" providerId="ADAL" clId="{833720A7-4F93-4279-A854-84F525683C77}" dt="2026-10-15T13:09:58.484" v="6321" actId="207"/>
          <ac:spMkLst>
            <pc:docMk/>
            <pc:sldMk cId="1989624843" sldId="276"/>
            <ac:spMk id="14" creationId="{99E995FA-12E4-F225-533E-47F8D661E75C}"/>
          </ac:spMkLst>
        </pc:spChg>
        <pc:spChg chg="add del">
          <ac:chgData name="Sarah Mittenentzwei" userId="4c45fc55-9cb4-45f8-ace2-eddd3f5a34a7" providerId="ADAL" clId="{833720A7-4F93-4279-A854-84F525683C77}" dt="2026-10-15T13:09:23.388" v="6311" actId="22"/>
          <ac:spMkLst>
            <pc:docMk/>
            <pc:sldMk cId="1989624843" sldId="276"/>
            <ac:spMk id="16" creationId="{8279FF87-6740-35B7-1870-6605040CD5FD}"/>
          </ac:spMkLst>
        </pc:spChg>
        <pc:spChg chg="add del mod">
          <ac:chgData name="Sarah Mittenentzwei" userId="4c45fc55-9cb4-45f8-ace2-eddd3f5a34a7" providerId="ADAL" clId="{833720A7-4F93-4279-A854-84F525683C77}" dt="2026-10-15T13:09:24.320" v="6317" actId="207"/>
          <ac:spMkLst>
            <pc:docMk/>
            <pc:sldMk cId="1989624843" sldId="276"/>
            <ac:spMk id="18" creationId="{9F44EBD0-F7B4-1630-5390-4A4A13D89415}"/>
          </ac:spMkLst>
        </pc:spChg>
        <pc:spChg chg="add del mod">
          <ac:chgData name="Sarah Mittenentzwei" userId="4c45fc55-9cb4-45f8-ace2-eddd3f5a34a7" providerId="ADAL" clId="{833720A7-4F93-4279-A854-84F525683C77}" dt="2026-10-15T13:10:16.002" v="6322" actId="207"/>
          <ac:spMkLst>
            <pc:docMk/>
            <pc:sldMk cId="1989624843" sldId="276"/>
            <ac:spMk id="20" creationId="{1432C55A-44BB-DB09-AA49-538A1A9407BB}"/>
          </ac:spMkLst>
        </pc:spChg>
      </pc:sldChg>
      <pc:sldChg chg="addSp delSp modSp new add del mod ord modShow">
        <pc:chgData name="Sarah Mittenentzwei" userId="4c45fc55-9cb4-45f8-ace2-eddd3f5a34a7" providerId="ADAL" clId="{833720A7-4F93-4279-A854-84F525683C77}" dt="2026-10-19T12:42:36.095" v="6754" actId="2696"/>
        <pc:sldMkLst>
          <pc:docMk/>
          <pc:sldMk cId="3053725837" sldId="277"/>
        </pc:sldMkLst>
        <pc:spChg chg="add del mod">
          <ac:chgData name="Sarah Mittenentzwei" userId="4c45fc55-9cb4-45f8-ace2-eddd3f5a34a7" providerId="ADAL" clId="{833720A7-4F93-4279-A854-84F525683C77}" dt="2026-10-19T07:11:11.874" v="6399"/>
          <ac:spMkLst>
            <pc:docMk/>
            <pc:sldMk cId="3053725837" sldId="277"/>
            <ac:spMk id="4" creationId="{BFE01D5A-1F8D-5AF3-6F92-D0DD385032E4}"/>
          </ac:spMkLst>
        </pc:spChg>
      </pc:sldChg>
      <pc:sldChg chg="addSp modSp new mod ord">
        <pc:chgData name="Sarah Mittenentzwei" userId="4c45fc55-9cb4-45f8-ace2-eddd3f5a34a7" providerId="ADAL" clId="{833720A7-4F93-4279-A854-84F525683C77}" dt="2026-10-19T11:31:59.176" v="6705" actId="5793"/>
        <pc:sldMkLst>
          <pc:docMk/>
          <pc:sldMk cId="1438174188" sldId="281"/>
        </pc:sldMkLst>
        <pc:spChg chg="mod">
          <ac:chgData name="Sarah Mittenentzwei" userId="4c45fc55-9cb4-45f8-ace2-eddd3f5a34a7" providerId="ADAL" clId="{833720A7-4F93-4279-A854-84F525683C77}" dt="2026-10-14T08:19:31.550" v="1235" actId="20577"/>
          <ac:spMkLst>
            <pc:docMk/>
            <pc:sldMk cId="1438174188" sldId="281"/>
            <ac:spMk id="2" creationId="{32F18E17-938E-D33F-B702-18BA29FD0220}"/>
          </ac:spMkLst>
        </pc:spChg>
        <pc:spChg chg="mod">
          <ac:chgData name="Sarah Mittenentzwei" userId="4c45fc55-9cb4-45f8-ace2-eddd3f5a34a7" providerId="ADAL" clId="{833720A7-4F93-4279-A854-84F525683C77}" dt="2026-10-19T11:31:59.176" v="6705" actId="5793"/>
          <ac:spMkLst>
            <pc:docMk/>
            <pc:sldMk cId="1438174188" sldId="281"/>
            <ac:spMk id="3" creationId="{E22DB66C-2100-1F1A-F774-D5096FEAB446}"/>
          </ac:spMkLst>
        </pc:spChg>
        <pc:picChg chg="add mod">
          <ac:chgData name="Sarah Mittenentzwei" userId="4c45fc55-9cb4-45f8-ace2-eddd3f5a34a7" providerId="ADAL" clId="{833720A7-4F93-4279-A854-84F525683C77}" dt="2026-10-15T13:17:59.482" v="6396" actId="1076"/>
          <ac:picMkLst>
            <pc:docMk/>
            <pc:sldMk cId="1438174188" sldId="281"/>
            <ac:picMk id="5" creationId="{E6E1D53D-0E64-1E08-E89E-6018F42B94D3}"/>
          </ac:picMkLst>
        </pc:picChg>
      </pc:sldChg>
      <pc:sldChg chg="addSp delSp modSp new del mod ord setBg modClrScheme modShow chgLayout">
        <pc:chgData name="Sarah Mittenentzwei" userId="4c45fc55-9cb4-45f8-ace2-eddd3f5a34a7" providerId="ADAL" clId="{833720A7-4F93-4279-A854-84F525683C77}" dt="2026-10-19T12:57:31.863" v="6763" actId="2696"/>
        <pc:sldMkLst>
          <pc:docMk/>
          <pc:sldMk cId="1931449104" sldId="282"/>
        </pc:sldMkLst>
      </pc:sldChg>
      <pc:sldChg chg="addSp delSp modSp add del mod ord modShow">
        <pc:chgData name="Sarah Mittenentzwei" userId="4c45fc55-9cb4-45f8-ace2-eddd3f5a34a7" providerId="ADAL" clId="{833720A7-4F93-4279-A854-84F525683C77}" dt="2026-10-19T12:57:46.709" v="6764" actId="2696"/>
        <pc:sldMkLst>
          <pc:docMk/>
          <pc:sldMk cId="3277283189" sldId="292"/>
        </pc:sldMkLst>
      </pc:sldChg>
      <pc:sldChg chg="modSp add mod">
        <pc:chgData name="Sarah Mittenentzwei" userId="4c45fc55-9cb4-45f8-ace2-eddd3f5a34a7" providerId="ADAL" clId="{833720A7-4F93-4279-A854-84F525683C77}" dt="2026-10-19T13:39:05.712" v="6785" actId="20577"/>
        <pc:sldMkLst>
          <pc:docMk/>
          <pc:sldMk cId="3386443007" sldId="298"/>
        </pc:sldMkLst>
        <pc:spChg chg="mod">
          <ac:chgData name="Sarah Mittenentzwei" userId="4c45fc55-9cb4-45f8-ace2-eddd3f5a34a7" providerId="ADAL" clId="{833720A7-4F93-4279-A854-84F525683C77}" dt="2026-10-19T13:39:05.712" v="6785" actId="20577"/>
          <ac:spMkLst>
            <pc:docMk/>
            <pc:sldMk cId="3386443007" sldId="298"/>
            <ac:spMk id="3" creationId="{4E34FE8E-81BA-704B-B17E-70D234F625A0}"/>
          </ac:spMkLst>
        </pc:spChg>
        <pc:spChg chg="mod">
          <ac:chgData name="Sarah Mittenentzwei" userId="4c45fc55-9cb4-45f8-ace2-eddd3f5a34a7" providerId="ADAL" clId="{833720A7-4F93-4279-A854-84F525683C77}" dt="2026-10-15T12:12:25.482" v="5475" actId="207"/>
          <ac:spMkLst>
            <pc:docMk/>
            <pc:sldMk cId="3386443007" sldId="298"/>
            <ac:spMk id="7" creationId="{D5CAFBEE-A3CB-200B-B281-824311B267B2}"/>
          </ac:spMkLst>
        </pc:spChg>
      </pc:sldChg>
      <pc:sldChg chg="modSp add mod">
        <pc:chgData name="Sarah Mittenentzwei" userId="4c45fc55-9cb4-45f8-ace2-eddd3f5a34a7" providerId="ADAL" clId="{833720A7-4F93-4279-A854-84F525683C77}" dt="2026-10-14T08:48:46.474" v="1671" actId="20577"/>
        <pc:sldMkLst>
          <pc:docMk/>
          <pc:sldMk cId="3269822630" sldId="299"/>
        </pc:sldMkLst>
      </pc:sldChg>
      <pc:sldChg chg="addSp delSp modSp add mod">
        <pc:chgData name="Sarah Mittenentzwei" userId="4c45fc55-9cb4-45f8-ace2-eddd3f5a34a7" providerId="ADAL" clId="{833720A7-4F93-4279-A854-84F525683C77}" dt="2026-10-14T08:48:57.104" v="1678"/>
        <pc:sldMkLst>
          <pc:docMk/>
          <pc:sldMk cId="921136553" sldId="300"/>
        </pc:sldMkLst>
      </pc:sldChg>
      <pc:sldChg chg="modSp new mod ord">
        <pc:chgData name="Sarah Mittenentzwei" userId="4c45fc55-9cb4-45f8-ace2-eddd3f5a34a7" providerId="ADAL" clId="{833720A7-4F93-4279-A854-84F525683C77}" dt="2026-10-14T12:10:53.575" v="2043"/>
        <pc:sldMkLst>
          <pc:docMk/>
          <pc:sldMk cId="85277217" sldId="302"/>
        </pc:sldMkLst>
        <pc:spChg chg="mod">
          <ac:chgData name="Sarah Mittenentzwei" userId="4c45fc55-9cb4-45f8-ace2-eddd3f5a34a7" providerId="ADAL" clId="{833720A7-4F93-4279-A854-84F525683C77}" dt="2026-10-14T08:59:11.515" v="1735" actId="20577"/>
          <ac:spMkLst>
            <pc:docMk/>
            <pc:sldMk cId="85277217" sldId="302"/>
            <ac:spMk id="2" creationId="{7295E5D5-17FD-E168-18E0-AE1E88333C3C}"/>
          </ac:spMkLst>
        </pc:spChg>
        <pc:spChg chg="mod">
          <ac:chgData name="Sarah Mittenentzwei" userId="4c45fc55-9cb4-45f8-ace2-eddd3f5a34a7" providerId="ADAL" clId="{833720A7-4F93-4279-A854-84F525683C77}" dt="2026-10-14T08:59:07.988" v="1723" actId="20577"/>
          <ac:spMkLst>
            <pc:docMk/>
            <pc:sldMk cId="85277217" sldId="302"/>
            <ac:spMk id="3" creationId="{B0B3E783-5E32-95DA-958C-CC192F599B30}"/>
          </ac:spMkLst>
        </pc:spChg>
      </pc:sldChg>
      <pc:sldChg chg="addSp delSp modSp new del mod modClrScheme modShow chgLayout">
        <pc:chgData name="Sarah Mittenentzwei" userId="4c45fc55-9cb4-45f8-ace2-eddd3f5a34a7" providerId="ADAL" clId="{833720A7-4F93-4279-A854-84F525683C77}" dt="2026-10-19T12:57:59.428" v="6765" actId="2696"/>
        <pc:sldMkLst>
          <pc:docMk/>
          <pc:sldMk cId="133655615" sldId="305"/>
        </pc:sldMkLst>
      </pc:sldChg>
      <pc:sldChg chg="modSp add">
        <pc:chgData name="Sarah Mittenentzwei" userId="4c45fc55-9cb4-45f8-ace2-eddd3f5a34a7" providerId="ADAL" clId="{833720A7-4F93-4279-A854-84F525683C77}" dt="2026-10-19T10:58:18.159" v="6668" actId="20577"/>
        <pc:sldMkLst>
          <pc:docMk/>
          <pc:sldMk cId="3166651242" sldId="310"/>
        </pc:sldMkLst>
        <pc:spChg chg="mod">
          <ac:chgData name="Sarah Mittenentzwei" userId="4c45fc55-9cb4-45f8-ace2-eddd3f5a34a7" providerId="ADAL" clId="{833720A7-4F93-4279-A854-84F525683C77}" dt="2026-10-19T10:58:18.159" v="6668" actId="20577"/>
          <ac:spMkLst>
            <pc:docMk/>
            <pc:sldMk cId="3166651242" sldId="310"/>
            <ac:spMk id="8" creationId="{70CDE85B-C37A-DC06-3D77-6AB8795464C7}"/>
          </ac:spMkLst>
        </pc:spChg>
      </pc:sldChg>
      <pc:sldChg chg="modSp add">
        <pc:chgData name="Sarah Mittenentzwei" userId="4c45fc55-9cb4-45f8-ace2-eddd3f5a34a7" providerId="ADAL" clId="{833720A7-4F93-4279-A854-84F525683C77}" dt="2026-10-19T10:58:35.687" v="6677" actId="113"/>
        <pc:sldMkLst>
          <pc:docMk/>
          <pc:sldMk cId="3488098331" sldId="311"/>
        </pc:sldMkLst>
        <pc:spChg chg="mod">
          <ac:chgData name="Sarah Mittenentzwei" userId="4c45fc55-9cb4-45f8-ace2-eddd3f5a34a7" providerId="ADAL" clId="{833720A7-4F93-4279-A854-84F525683C77}" dt="2026-10-19T10:58:29.373" v="6669"/>
          <ac:spMkLst>
            <pc:docMk/>
            <pc:sldMk cId="3488098331" sldId="311"/>
            <ac:spMk id="7" creationId="{3748B32E-8BA8-99BE-30C6-C0F5F8D5B167}"/>
          </ac:spMkLst>
        </pc:spChg>
        <pc:spChg chg="mod">
          <ac:chgData name="Sarah Mittenentzwei" userId="4c45fc55-9cb4-45f8-ace2-eddd3f5a34a7" providerId="ADAL" clId="{833720A7-4F93-4279-A854-84F525683C77}" dt="2026-10-19T10:58:35.687" v="6677" actId="113"/>
          <ac:spMkLst>
            <pc:docMk/>
            <pc:sldMk cId="3488098331" sldId="311"/>
            <ac:spMk id="9" creationId="{F04548D4-B1A5-6E84-CA98-AB4909AFD5C5}"/>
          </ac:spMkLst>
        </pc:spChg>
      </pc:sldChg>
      <pc:sldChg chg="modSp add">
        <pc:chgData name="Sarah Mittenentzwei" userId="4c45fc55-9cb4-45f8-ace2-eddd3f5a34a7" providerId="ADAL" clId="{833720A7-4F93-4279-A854-84F525683C77}" dt="2026-10-19T10:58:43.901" v="6678"/>
        <pc:sldMkLst>
          <pc:docMk/>
          <pc:sldMk cId="127301397" sldId="312"/>
        </pc:sldMkLst>
        <pc:spChg chg="mod">
          <ac:chgData name="Sarah Mittenentzwei" userId="4c45fc55-9cb4-45f8-ace2-eddd3f5a34a7" providerId="ADAL" clId="{833720A7-4F93-4279-A854-84F525683C77}" dt="2026-10-19T10:58:43.901" v="6678"/>
          <ac:spMkLst>
            <pc:docMk/>
            <pc:sldMk cId="127301397" sldId="312"/>
            <ac:spMk id="7" creationId="{80AC080B-0C88-FA02-C1AC-7E91697CFC8A}"/>
          </ac:spMkLst>
        </pc:spChg>
      </pc:sldChg>
      <pc:sldChg chg="modSp add">
        <pc:chgData name="Sarah Mittenentzwei" userId="4c45fc55-9cb4-45f8-ace2-eddd3f5a34a7" providerId="ADAL" clId="{833720A7-4F93-4279-A854-84F525683C77}" dt="2026-10-19T10:58:46.754" v="6679"/>
        <pc:sldMkLst>
          <pc:docMk/>
          <pc:sldMk cId="4270711007" sldId="313"/>
        </pc:sldMkLst>
        <pc:spChg chg="mod">
          <ac:chgData name="Sarah Mittenentzwei" userId="4c45fc55-9cb4-45f8-ace2-eddd3f5a34a7" providerId="ADAL" clId="{833720A7-4F93-4279-A854-84F525683C77}" dt="2026-10-19T10:58:46.754" v="6679"/>
          <ac:spMkLst>
            <pc:docMk/>
            <pc:sldMk cId="4270711007" sldId="313"/>
            <ac:spMk id="35" creationId="{0296B598-CC69-A13E-0837-00C12164A903}"/>
          </ac:spMkLst>
        </pc:spChg>
      </pc:sldChg>
      <pc:sldChg chg="modSp add">
        <pc:chgData name="Sarah Mittenentzwei" userId="4c45fc55-9cb4-45f8-ace2-eddd3f5a34a7" providerId="ADAL" clId="{833720A7-4F93-4279-A854-84F525683C77}" dt="2026-10-19T10:58:50.200" v="6680"/>
        <pc:sldMkLst>
          <pc:docMk/>
          <pc:sldMk cId="4076886085" sldId="314"/>
        </pc:sldMkLst>
        <pc:spChg chg="mod">
          <ac:chgData name="Sarah Mittenentzwei" userId="4c45fc55-9cb4-45f8-ace2-eddd3f5a34a7" providerId="ADAL" clId="{833720A7-4F93-4279-A854-84F525683C77}" dt="2026-10-19T10:58:50.200" v="6680"/>
          <ac:spMkLst>
            <pc:docMk/>
            <pc:sldMk cId="4076886085" sldId="314"/>
            <ac:spMk id="58" creationId="{B90EDE64-B6A2-DC2A-30EE-A77175C7BB16}"/>
          </ac:spMkLst>
        </pc:spChg>
      </pc:sldChg>
      <pc:sldChg chg="modSp add">
        <pc:chgData name="Sarah Mittenentzwei" userId="4c45fc55-9cb4-45f8-ace2-eddd3f5a34a7" providerId="ADAL" clId="{833720A7-4F93-4279-A854-84F525683C77}" dt="2026-10-19T10:58:53.640" v="6681"/>
        <pc:sldMkLst>
          <pc:docMk/>
          <pc:sldMk cId="1415929752" sldId="316"/>
        </pc:sldMkLst>
        <pc:spChg chg="mod">
          <ac:chgData name="Sarah Mittenentzwei" userId="4c45fc55-9cb4-45f8-ace2-eddd3f5a34a7" providerId="ADAL" clId="{833720A7-4F93-4279-A854-84F525683C77}" dt="2026-10-19T10:58:53.640" v="6681"/>
          <ac:spMkLst>
            <pc:docMk/>
            <pc:sldMk cId="1415929752" sldId="316"/>
            <ac:spMk id="58" creationId="{68C3FE29-39E7-4D74-C5FB-AB77C37A9768}"/>
          </ac:spMkLst>
        </pc:spChg>
      </pc:sldChg>
      <pc:sldChg chg="addSp delSp modSp new mod modClrScheme modAnim chgLayout">
        <pc:chgData name="Sarah Mittenentzwei" userId="4c45fc55-9cb4-45f8-ace2-eddd3f5a34a7" providerId="ADAL" clId="{833720A7-4F93-4279-A854-84F525683C77}" dt="2026-10-15T09:31:45.686" v="2180" actId="14100"/>
        <pc:sldMkLst>
          <pc:docMk/>
          <pc:sldMk cId="2596205054" sldId="319"/>
        </pc:sldMkLst>
        <pc:spChg chg="add mod">
          <ac:chgData name="Sarah Mittenentzwei" userId="4c45fc55-9cb4-45f8-ace2-eddd3f5a34a7" providerId="ADAL" clId="{833720A7-4F93-4279-A854-84F525683C77}" dt="2026-10-15T09:23:05.188" v="2118" actId="1035"/>
          <ac:spMkLst>
            <pc:docMk/>
            <pc:sldMk cId="2596205054" sldId="319"/>
            <ac:spMk id="3" creationId="{80E8248A-75C0-6404-3A9D-8413B8229106}"/>
          </ac:spMkLst>
        </pc:spChg>
        <pc:spChg chg="add mod">
          <ac:chgData name="Sarah Mittenentzwei" userId="4c45fc55-9cb4-45f8-ace2-eddd3f5a34a7" providerId="ADAL" clId="{833720A7-4F93-4279-A854-84F525683C77}" dt="2026-10-15T09:31:13.757" v="2175" actId="164"/>
          <ac:spMkLst>
            <pc:docMk/>
            <pc:sldMk cId="2596205054" sldId="319"/>
            <ac:spMk id="4" creationId="{2718CFDF-CB54-3602-64F5-843AA2E3C135}"/>
          </ac:spMkLst>
        </pc:spChg>
        <pc:spChg chg="add mod">
          <ac:chgData name="Sarah Mittenentzwei" userId="4c45fc55-9cb4-45f8-ace2-eddd3f5a34a7" providerId="ADAL" clId="{833720A7-4F93-4279-A854-84F525683C77}" dt="2026-10-15T09:26:13.568" v="2140" actId="164"/>
          <ac:spMkLst>
            <pc:docMk/>
            <pc:sldMk cId="2596205054" sldId="319"/>
            <ac:spMk id="6" creationId="{A16EB47A-C195-6D27-3273-519A1E387DED}"/>
          </ac:spMkLst>
        </pc:spChg>
        <pc:spChg chg="add mod">
          <ac:chgData name="Sarah Mittenentzwei" userId="4c45fc55-9cb4-45f8-ace2-eddd3f5a34a7" providerId="ADAL" clId="{833720A7-4F93-4279-A854-84F525683C77}" dt="2026-10-15T09:25:52.950" v="2138" actId="164"/>
          <ac:spMkLst>
            <pc:docMk/>
            <pc:sldMk cId="2596205054" sldId="319"/>
            <ac:spMk id="8" creationId="{76FE5B9A-682F-45A8-F391-AA1C7743DF1D}"/>
          </ac:spMkLst>
        </pc:spChg>
        <pc:spChg chg="add mod">
          <ac:chgData name="Sarah Mittenentzwei" userId="4c45fc55-9cb4-45f8-ace2-eddd3f5a34a7" providerId="ADAL" clId="{833720A7-4F93-4279-A854-84F525683C77}" dt="2026-10-15T09:28:01.425" v="2171" actId="20577"/>
          <ac:spMkLst>
            <pc:docMk/>
            <pc:sldMk cId="2596205054" sldId="319"/>
            <ac:spMk id="10" creationId="{CA26ED80-8EDE-F3AA-174D-882BE3BAA8CF}"/>
          </ac:spMkLst>
        </pc:spChg>
        <pc:spChg chg="add mod">
          <ac:chgData name="Sarah Mittenentzwei" userId="4c45fc55-9cb4-45f8-ace2-eddd3f5a34a7" providerId="ADAL" clId="{833720A7-4F93-4279-A854-84F525683C77}" dt="2026-10-15T09:31:23.772" v="2177" actId="164"/>
          <ac:spMkLst>
            <pc:docMk/>
            <pc:sldMk cId="2596205054" sldId="319"/>
            <ac:spMk id="12" creationId="{69A8C31C-8D1A-43B6-2D73-94A0543A6051}"/>
          </ac:spMkLst>
        </pc:spChg>
        <pc:spChg chg="add mod">
          <ac:chgData name="Sarah Mittenentzwei" userId="4c45fc55-9cb4-45f8-ace2-eddd3f5a34a7" providerId="ADAL" clId="{833720A7-4F93-4279-A854-84F525683C77}" dt="2026-10-15T09:23:05.188" v="2118" actId="1035"/>
          <ac:spMkLst>
            <pc:docMk/>
            <pc:sldMk cId="2596205054" sldId="319"/>
            <ac:spMk id="14" creationId="{8973E037-6BDC-02F1-80F7-C82926C1466F}"/>
          </ac:spMkLst>
        </pc:spChg>
        <pc:spChg chg="add mod">
          <ac:chgData name="Sarah Mittenentzwei" userId="4c45fc55-9cb4-45f8-ace2-eddd3f5a34a7" providerId="ADAL" clId="{833720A7-4F93-4279-A854-84F525683C77}" dt="2026-10-15T09:30:24.666" v="2173" actId="20577"/>
          <ac:spMkLst>
            <pc:docMk/>
            <pc:sldMk cId="2596205054" sldId="319"/>
            <ac:spMk id="16" creationId="{4355F081-E5F4-DB30-725B-49921FCE4926}"/>
          </ac:spMkLst>
        </pc:spChg>
        <pc:spChg chg="add mod">
          <ac:chgData name="Sarah Mittenentzwei" userId="4c45fc55-9cb4-45f8-ace2-eddd3f5a34a7" providerId="ADAL" clId="{833720A7-4F93-4279-A854-84F525683C77}" dt="2026-10-15T09:25:40.451" v="2136" actId="164"/>
          <ac:spMkLst>
            <pc:docMk/>
            <pc:sldMk cId="2596205054" sldId="319"/>
            <ac:spMk id="18" creationId="{1B3F6067-C33D-F260-F684-B56E27108F6D}"/>
          </ac:spMkLst>
        </pc:spChg>
        <pc:grpChg chg="add mod">
          <ac:chgData name="Sarah Mittenentzwei" userId="4c45fc55-9cb4-45f8-ace2-eddd3f5a34a7" providerId="ADAL" clId="{833720A7-4F93-4279-A854-84F525683C77}" dt="2026-10-15T09:25:40.451" v="2136" actId="164"/>
          <ac:grpSpMkLst>
            <pc:docMk/>
            <pc:sldMk cId="2596205054" sldId="319"/>
            <ac:grpSpMk id="25" creationId="{AA3616E2-E227-EA5A-ED8A-4E6F09C9ED2E}"/>
          </ac:grpSpMkLst>
        </pc:grpChg>
        <pc:grpChg chg="add mod">
          <ac:chgData name="Sarah Mittenentzwei" userId="4c45fc55-9cb4-45f8-ace2-eddd3f5a34a7" providerId="ADAL" clId="{833720A7-4F93-4279-A854-84F525683C77}" dt="2026-10-15T09:25:52.950" v="2138" actId="164"/>
          <ac:grpSpMkLst>
            <pc:docMk/>
            <pc:sldMk cId="2596205054" sldId="319"/>
            <ac:grpSpMk id="26" creationId="{BF5307D3-3F17-C2A8-6876-A4DAFAE7ACCE}"/>
          </ac:grpSpMkLst>
        </pc:grpChg>
        <pc:grpChg chg="add mod">
          <ac:chgData name="Sarah Mittenentzwei" userId="4c45fc55-9cb4-45f8-ace2-eddd3f5a34a7" providerId="ADAL" clId="{833720A7-4F93-4279-A854-84F525683C77}" dt="2026-10-15T09:26:13.568" v="2140" actId="164"/>
          <ac:grpSpMkLst>
            <pc:docMk/>
            <pc:sldMk cId="2596205054" sldId="319"/>
            <ac:grpSpMk id="27" creationId="{94EB3356-9D44-4559-B5D1-F8131170C9E9}"/>
          </ac:grpSpMkLst>
        </pc:grpChg>
        <pc:grpChg chg="add mod">
          <ac:chgData name="Sarah Mittenentzwei" userId="4c45fc55-9cb4-45f8-ace2-eddd3f5a34a7" providerId="ADAL" clId="{833720A7-4F93-4279-A854-84F525683C77}" dt="2026-10-15T09:27:04.478" v="2162" actId="164"/>
          <ac:grpSpMkLst>
            <pc:docMk/>
            <pc:sldMk cId="2596205054" sldId="319"/>
            <ac:grpSpMk id="28" creationId="{0AFDE27E-BD73-9FA9-D5C5-328DD8450253}"/>
          </ac:grpSpMkLst>
        </pc:grpChg>
        <pc:grpChg chg="add mod">
          <ac:chgData name="Sarah Mittenentzwei" userId="4c45fc55-9cb4-45f8-ace2-eddd3f5a34a7" providerId="ADAL" clId="{833720A7-4F93-4279-A854-84F525683C77}" dt="2026-10-15T09:30:22.587" v="2172" actId="164"/>
          <ac:grpSpMkLst>
            <pc:docMk/>
            <pc:sldMk cId="2596205054" sldId="319"/>
            <ac:grpSpMk id="31" creationId="{910D62C0-7AD1-2150-7E08-DE515C1E82F2}"/>
          </ac:grpSpMkLst>
        </pc:grpChg>
        <pc:grpChg chg="add mod">
          <ac:chgData name="Sarah Mittenentzwei" userId="4c45fc55-9cb4-45f8-ace2-eddd3f5a34a7" providerId="ADAL" clId="{833720A7-4F93-4279-A854-84F525683C77}" dt="2026-10-15T09:31:13.757" v="2175" actId="164"/>
          <ac:grpSpMkLst>
            <pc:docMk/>
            <pc:sldMk cId="2596205054" sldId="319"/>
            <ac:grpSpMk id="32" creationId="{5CC6E0CC-3553-6113-E05B-0DD8CDBA3E19}"/>
          </ac:grpSpMkLst>
        </pc:grpChg>
        <pc:grpChg chg="add mod">
          <ac:chgData name="Sarah Mittenentzwei" userId="4c45fc55-9cb4-45f8-ace2-eddd3f5a34a7" providerId="ADAL" clId="{833720A7-4F93-4279-A854-84F525683C77}" dt="2026-10-15T09:31:23.772" v="2177" actId="164"/>
          <ac:grpSpMkLst>
            <pc:docMk/>
            <pc:sldMk cId="2596205054" sldId="319"/>
            <ac:grpSpMk id="33" creationId="{94F08E37-C40E-D37F-4986-8E232858A6B4}"/>
          </ac:grpSpMkLst>
        </pc:grpChg>
        <pc:picChg chg="add mod">
          <ac:chgData name="Sarah Mittenentzwei" userId="4c45fc55-9cb4-45f8-ace2-eddd3f5a34a7" providerId="ADAL" clId="{833720A7-4F93-4279-A854-84F525683C77}" dt="2026-10-15T09:23:16.689" v="2120" actId="1076"/>
          <ac:picMkLst>
            <pc:docMk/>
            <pc:sldMk cId="2596205054" sldId="319"/>
            <ac:picMk id="2" creationId="{779CA854-DD8A-8C9E-634B-6B9FE923038D}"/>
          </ac:picMkLst>
        </pc:picChg>
        <pc:cxnChg chg="mod">
          <ac:chgData name="Sarah Mittenentzwei" userId="4c45fc55-9cb4-45f8-ace2-eddd3f5a34a7" providerId="ADAL" clId="{833720A7-4F93-4279-A854-84F525683C77}" dt="2026-10-15T09:31:13.757" v="2175" actId="164"/>
          <ac:cxnSpMkLst>
            <pc:docMk/>
            <pc:sldMk cId="2596205054" sldId="319"/>
            <ac:cxnSpMk id="5" creationId="{F2097F6E-7BD3-CF9D-D9A2-0A83FFE17F39}"/>
          </ac:cxnSpMkLst>
        </pc:cxnChg>
        <pc:cxnChg chg="mod">
          <ac:chgData name="Sarah Mittenentzwei" userId="4c45fc55-9cb4-45f8-ace2-eddd3f5a34a7" providerId="ADAL" clId="{833720A7-4F93-4279-A854-84F525683C77}" dt="2026-10-15T09:31:45.686" v="2180" actId="14100"/>
          <ac:cxnSpMkLst>
            <pc:docMk/>
            <pc:sldMk cId="2596205054" sldId="319"/>
            <ac:cxnSpMk id="7" creationId="{4DC8878C-60B4-EE08-6C4E-6D12C66A92B6}"/>
          </ac:cxnSpMkLst>
        </pc:cxnChg>
        <pc:cxnChg chg="mod">
          <ac:chgData name="Sarah Mittenentzwei" userId="4c45fc55-9cb4-45f8-ace2-eddd3f5a34a7" providerId="ADAL" clId="{833720A7-4F93-4279-A854-84F525683C77}" dt="2026-10-15T09:27:35.659" v="2165" actId="14100"/>
          <ac:cxnSpMkLst>
            <pc:docMk/>
            <pc:sldMk cId="2596205054" sldId="319"/>
            <ac:cxnSpMk id="9" creationId="{369C5DDD-B724-883E-DD13-36F0199B5340}"/>
          </ac:cxnSpMkLst>
        </pc:cxnChg>
        <pc:cxnChg chg="mod">
          <ac:chgData name="Sarah Mittenentzwei" userId="4c45fc55-9cb4-45f8-ace2-eddd3f5a34a7" providerId="ADAL" clId="{833720A7-4F93-4279-A854-84F525683C77}" dt="2026-10-15T09:27:04.478" v="2162" actId="164"/>
          <ac:cxnSpMkLst>
            <pc:docMk/>
            <pc:sldMk cId="2596205054" sldId="319"/>
            <ac:cxnSpMk id="11" creationId="{A4805E39-88C5-CA95-E676-1357A9DEE8AF}"/>
          </ac:cxnSpMkLst>
        </pc:cxnChg>
        <pc:cxnChg chg="mod">
          <ac:chgData name="Sarah Mittenentzwei" userId="4c45fc55-9cb4-45f8-ace2-eddd3f5a34a7" providerId="ADAL" clId="{833720A7-4F93-4279-A854-84F525683C77}" dt="2026-10-15T09:31:23.772" v="2177" actId="164"/>
          <ac:cxnSpMkLst>
            <pc:docMk/>
            <pc:sldMk cId="2596205054" sldId="319"/>
            <ac:cxnSpMk id="13" creationId="{54928EEB-96E4-094E-A997-16ED8304E4E1}"/>
          </ac:cxnSpMkLst>
        </pc:cxnChg>
        <pc:cxnChg chg="mod">
          <ac:chgData name="Sarah Mittenentzwei" userId="4c45fc55-9cb4-45f8-ace2-eddd3f5a34a7" providerId="ADAL" clId="{833720A7-4F93-4279-A854-84F525683C77}" dt="2026-10-15T09:30:22.587" v="2172" actId="164"/>
          <ac:cxnSpMkLst>
            <pc:docMk/>
            <pc:sldMk cId="2596205054" sldId="319"/>
            <ac:cxnSpMk id="17" creationId="{9601F949-5C6E-CF8C-4B56-AA9766FAF407}"/>
          </ac:cxnSpMkLst>
        </pc:cxnChg>
        <pc:cxnChg chg="mod">
          <ac:chgData name="Sarah Mittenentzwei" userId="4c45fc55-9cb4-45f8-ace2-eddd3f5a34a7" providerId="ADAL" clId="{833720A7-4F93-4279-A854-84F525683C77}" dt="2026-10-15T09:27:28.400" v="2164" actId="14100"/>
          <ac:cxnSpMkLst>
            <pc:docMk/>
            <pc:sldMk cId="2596205054" sldId="319"/>
            <ac:cxnSpMk id="19" creationId="{9B9B58E1-2232-FC0B-E344-7B8678D1D50C}"/>
          </ac:cxnSpMkLst>
        </pc:cxnChg>
      </pc:sldChg>
      <pc:sldChg chg="add">
        <pc:chgData name="Sarah Mittenentzwei" userId="4c45fc55-9cb4-45f8-ace2-eddd3f5a34a7" providerId="ADAL" clId="{833720A7-4F93-4279-A854-84F525683C77}" dt="2026-10-15T09:50:58.340" v="2206"/>
        <pc:sldMkLst>
          <pc:docMk/>
          <pc:sldMk cId="838436270" sldId="321"/>
        </pc:sldMkLst>
      </pc:sldChg>
      <pc:sldChg chg="addSp delSp modSp new mod modClrScheme chgLayout">
        <pc:chgData name="Sarah Mittenentzwei" userId="4c45fc55-9cb4-45f8-ace2-eddd3f5a34a7" providerId="ADAL" clId="{833720A7-4F93-4279-A854-84F525683C77}" dt="2026-10-15T12:11:08.082" v="5471" actId="478"/>
        <pc:sldMkLst>
          <pc:docMk/>
          <pc:sldMk cId="2206365890" sldId="323"/>
        </pc:sldMkLst>
        <pc:spChg chg="add mod ord">
          <ac:chgData name="Sarah Mittenentzwei" userId="4c45fc55-9cb4-45f8-ace2-eddd3f5a34a7" providerId="ADAL" clId="{833720A7-4F93-4279-A854-84F525683C77}" dt="2026-10-15T09:56:37.420" v="2276" actId="20577"/>
          <ac:spMkLst>
            <pc:docMk/>
            <pc:sldMk cId="2206365890" sldId="323"/>
            <ac:spMk id="4" creationId="{831DE0D2-418C-B9F4-7516-DA7150326252}"/>
          </ac:spMkLst>
        </pc:spChg>
        <pc:spChg chg="add mod">
          <ac:chgData name="Sarah Mittenentzwei" userId="4c45fc55-9cb4-45f8-ace2-eddd3f5a34a7" providerId="ADAL" clId="{833720A7-4F93-4279-A854-84F525683C77}" dt="2026-10-15T10:14:44.192" v="3007"/>
          <ac:spMkLst>
            <pc:docMk/>
            <pc:sldMk cId="2206365890" sldId="323"/>
            <ac:spMk id="20" creationId="{852FF3ED-FE55-7F07-223E-2EA8D79D64D6}"/>
          </ac:spMkLst>
        </pc:spChg>
        <pc:picChg chg="add mod">
          <ac:chgData name="Sarah Mittenentzwei" userId="4c45fc55-9cb4-45f8-ace2-eddd3f5a34a7" providerId="ADAL" clId="{833720A7-4F93-4279-A854-84F525683C77}" dt="2026-10-15T09:53:36.649" v="2225" actId="1076"/>
          <ac:picMkLst>
            <pc:docMk/>
            <pc:sldMk cId="2206365890" sldId="323"/>
            <ac:picMk id="8" creationId="{C16E74F3-A3E1-E8FE-7069-7BE48D3F786A}"/>
          </ac:picMkLst>
        </pc:picChg>
      </pc:sldChg>
      <pc:sldChg chg="addSp delSp modSp new del mod ord modClrScheme modShow chgLayout">
        <pc:chgData name="Sarah Mittenentzwei" userId="4c45fc55-9cb4-45f8-ace2-eddd3f5a34a7" providerId="ADAL" clId="{833720A7-4F93-4279-A854-84F525683C77}" dt="2026-10-19T12:58:13.048" v="6766" actId="2696"/>
        <pc:sldMkLst>
          <pc:docMk/>
          <pc:sldMk cId="2085292458" sldId="324"/>
        </pc:sldMkLst>
      </pc:sldChg>
      <pc:sldChg chg="addSp delSp modSp add mod">
        <pc:chgData name="Sarah Mittenentzwei" userId="4c45fc55-9cb4-45f8-ace2-eddd3f5a34a7" providerId="ADAL" clId="{833720A7-4F93-4279-A854-84F525683C77}" dt="2026-10-15T11:55:47.206" v="5201" actId="478"/>
        <pc:sldMkLst>
          <pc:docMk/>
          <pc:sldMk cId="3757026919" sldId="325"/>
        </pc:sldMkLst>
        <pc:spChg chg="mod">
          <ac:chgData name="Sarah Mittenentzwei" userId="4c45fc55-9cb4-45f8-ace2-eddd3f5a34a7" providerId="ADAL" clId="{833720A7-4F93-4279-A854-84F525683C77}" dt="2026-10-15T09:59:48.701" v="2345" actId="20577"/>
          <ac:spMkLst>
            <pc:docMk/>
            <pc:sldMk cId="3757026919" sldId="325"/>
            <ac:spMk id="4" creationId="{1860EFD6-0C80-EFF9-B52B-23E862DEF81E}"/>
          </ac:spMkLst>
        </pc:spChg>
        <pc:spChg chg="add mod">
          <ac:chgData name="Sarah Mittenentzwei" userId="4c45fc55-9cb4-45f8-ace2-eddd3f5a34a7" providerId="ADAL" clId="{833720A7-4F93-4279-A854-84F525683C77}" dt="2026-10-15T10:14:26.561" v="2999" actId="21"/>
          <ac:spMkLst>
            <pc:docMk/>
            <pc:sldMk cId="3757026919" sldId="325"/>
            <ac:spMk id="25" creationId="{7FFB0EC0-A2D5-6DEF-A79C-037500078874}"/>
          </ac:spMkLst>
        </pc:spChg>
        <pc:spChg chg="add mod">
          <ac:chgData name="Sarah Mittenentzwei" userId="4c45fc55-9cb4-45f8-ace2-eddd3f5a34a7" providerId="ADAL" clId="{833720A7-4F93-4279-A854-84F525683C77}" dt="2026-10-15T10:14:31.726" v="3004" actId="15"/>
          <ac:spMkLst>
            <pc:docMk/>
            <pc:sldMk cId="3757026919" sldId="325"/>
            <ac:spMk id="35" creationId="{8D7DD3C0-6B47-EC65-909D-5CC9AB45563D}"/>
          </ac:spMkLst>
        </pc:spChg>
        <pc:picChg chg="add">
          <ac:chgData name="Sarah Mittenentzwei" userId="4c45fc55-9cb4-45f8-ace2-eddd3f5a34a7" providerId="ADAL" clId="{833720A7-4F93-4279-A854-84F525683C77}" dt="2026-10-15T09:58:04.006" v="2299" actId="22"/>
          <ac:picMkLst>
            <pc:docMk/>
            <pc:sldMk cId="3757026919" sldId="325"/>
            <ac:picMk id="24" creationId="{B201CA57-5B1C-06C1-CB03-2F55D069347D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43.730" v="5200" actId="478"/>
        <pc:sldMkLst>
          <pc:docMk/>
          <pc:sldMk cId="2307224271" sldId="326"/>
        </pc:sldMkLst>
        <pc:spChg chg="mod">
          <ac:chgData name="Sarah Mittenentzwei" userId="4c45fc55-9cb4-45f8-ace2-eddd3f5a34a7" providerId="ADAL" clId="{833720A7-4F93-4279-A854-84F525683C77}" dt="2026-10-15T10:22:56.920" v="3109" actId="20577"/>
          <ac:spMkLst>
            <pc:docMk/>
            <pc:sldMk cId="2307224271" sldId="326"/>
            <ac:spMk id="4" creationId="{37BFC8CB-9110-E6CF-D0C7-E4CD6F94AA1D}"/>
          </ac:spMkLst>
        </pc:spChg>
        <pc:spChg chg="add mod">
          <ac:chgData name="Sarah Mittenentzwei" userId="4c45fc55-9cb4-45f8-ace2-eddd3f5a34a7" providerId="ADAL" clId="{833720A7-4F93-4279-A854-84F525683C77}" dt="2026-10-15T10:12:50.574" v="2975" actId="21"/>
          <ac:spMkLst>
            <pc:docMk/>
            <pc:sldMk cId="2307224271" sldId="326"/>
            <ac:spMk id="25" creationId="{0BB2D377-0A54-F4F3-138F-7B424813AA54}"/>
          </ac:spMkLst>
        </pc:spChg>
        <pc:spChg chg="add mod">
          <ac:chgData name="Sarah Mittenentzwei" userId="4c45fc55-9cb4-45f8-ace2-eddd3f5a34a7" providerId="ADAL" clId="{833720A7-4F93-4279-A854-84F525683C77}" dt="2026-10-15T10:24:56.595" v="3284" actId="15"/>
          <ac:spMkLst>
            <pc:docMk/>
            <pc:sldMk cId="2307224271" sldId="326"/>
            <ac:spMk id="27" creationId="{C49CDFA8-AA98-98F9-9E04-BAE992DABC6E}"/>
          </ac:spMkLst>
        </pc:spChg>
        <pc:picChg chg="add">
          <ac:chgData name="Sarah Mittenentzwei" userId="4c45fc55-9cb4-45f8-ace2-eddd3f5a34a7" providerId="ADAL" clId="{833720A7-4F93-4279-A854-84F525683C77}" dt="2026-10-15T09:58:31.307" v="2306" actId="22"/>
          <ac:picMkLst>
            <pc:docMk/>
            <pc:sldMk cId="2307224271" sldId="326"/>
            <ac:picMk id="6" creationId="{33DBB26C-BC73-770A-C44F-87171EF70FF8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40.349" v="5199" actId="478"/>
        <pc:sldMkLst>
          <pc:docMk/>
          <pc:sldMk cId="2702201480" sldId="327"/>
        </pc:sldMkLst>
        <pc:spChg chg="mod">
          <ac:chgData name="Sarah Mittenentzwei" userId="4c45fc55-9cb4-45f8-ace2-eddd3f5a34a7" providerId="ADAL" clId="{833720A7-4F93-4279-A854-84F525683C77}" dt="2026-10-15T10:07:26.657" v="2681" actId="20577"/>
          <ac:spMkLst>
            <pc:docMk/>
            <pc:sldMk cId="2702201480" sldId="327"/>
            <ac:spMk id="4" creationId="{235A8076-ED92-4BF7-865F-9DBAF7D00CEA}"/>
          </ac:spMkLst>
        </pc:spChg>
        <pc:spChg chg="add">
          <ac:chgData name="Sarah Mittenentzwei" userId="4c45fc55-9cb4-45f8-ace2-eddd3f5a34a7" providerId="ADAL" clId="{833720A7-4F93-4279-A854-84F525683C77}" dt="2026-10-15T10:12:38.296" v="2973" actId="22"/>
          <ac:spMkLst>
            <pc:docMk/>
            <pc:sldMk cId="2702201480" sldId="327"/>
            <ac:spMk id="17" creationId="{5E99779C-DCFA-2C40-0451-1FCB5BBECFAE}"/>
          </ac:spMkLst>
        </pc:spChg>
        <pc:picChg chg="add mod">
          <ac:chgData name="Sarah Mittenentzwei" userId="4c45fc55-9cb4-45f8-ace2-eddd3f5a34a7" providerId="ADAL" clId="{833720A7-4F93-4279-A854-84F525683C77}" dt="2026-10-15T10:07:14.049" v="2675" actId="1076"/>
          <ac:picMkLst>
            <pc:docMk/>
            <pc:sldMk cId="2702201480" sldId="327"/>
            <ac:picMk id="3" creationId="{11F50F3D-AC26-0B24-466F-429D5711F07D}"/>
          </ac:picMkLst>
        </pc:picChg>
      </pc:sldChg>
      <pc:sldChg chg="addSp delSp modSp add mod ord">
        <pc:chgData name="Sarah Mittenentzwei" userId="4c45fc55-9cb4-45f8-ace2-eddd3f5a34a7" providerId="ADAL" clId="{833720A7-4F93-4279-A854-84F525683C77}" dt="2026-10-15T11:55:36.119" v="5198" actId="478"/>
        <pc:sldMkLst>
          <pc:docMk/>
          <pc:sldMk cId="870271414" sldId="328"/>
        </pc:sldMkLst>
        <pc:spChg chg="mod">
          <ac:chgData name="Sarah Mittenentzwei" userId="4c45fc55-9cb4-45f8-ace2-eddd3f5a34a7" providerId="ADAL" clId="{833720A7-4F93-4279-A854-84F525683C77}" dt="2026-10-15T10:09:25.878" v="2786" actId="20577"/>
          <ac:spMkLst>
            <pc:docMk/>
            <pc:sldMk cId="870271414" sldId="328"/>
            <ac:spMk id="4" creationId="{663D1BB8-E32F-82F5-28DB-EE0694301068}"/>
          </ac:spMkLst>
        </pc:spChg>
        <pc:spChg chg="mod">
          <ac:chgData name="Sarah Mittenentzwei" userId="4c45fc55-9cb4-45f8-ace2-eddd3f5a34a7" providerId="ADAL" clId="{833720A7-4F93-4279-A854-84F525683C77}" dt="2026-10-15T10:21:47.925" v="3086" actId="20577"/>
          <ac:spMkLst>
            <pc:docMk/>
            <pc:sldMk cId="870271414" sldId="328"/>
            <ac:spMk id="25" creationId="{86E97896-A9E9-67D9-0855-C3906DD320DE}"/>
          </ac:spMkLst>
        </pc:spChg>
        <pc:picChg chg="add">
          <ac:chgData name="Sarah Mittenentzwei" userId="4c45fc55-9cb4-45f8-ace2-eddd3f5a34a7" providerId="ADAL" clId="{833720A7-4F93-4279-A854-84F525683C77}" dt="2026-10-15T10:09:49.180" v="2801" actId="22"/>
          <ac:picMkLst>
            <pc:docMk/>
            <pc:sldMk cId="870271414" sldId="328"/>
            <ac:picMk id="7" creationId="{A2B5323D-5A93-AEF8-75E4-ECDB0F5DA45E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9T12:52:01.847" v="6762" actId="22"/>
        <pc:sldMkLst>
          <pc:docMk/>
          <pc:sldMk cId="3067232834" sldId="329"/>
        </pc:sldMkLst>
        <pc:spChg chg="mod">
          <ac:chgData name="Sarah Mittenentzwei" userId="4c45fc55-9cb4-45f8-ace2-eddd3f5a34a7" providerId="ADAL" clId="{833720A7-4F93-4279-A854-84F525683C77}" dt="2026-10-15T10:26:36.409" v="3310" actId="20577"/>
          <ac:spMkLst>
            <pc:docMk/>
            <pc:sldMk cId="3067232834" sldId="329"/>
            <ac:spMk id="4" creationId="{458CBF96-D6D9-FBEC-99D3-121EB33D5750}"/>
          </ac:spMkLst>
        </pc:spChg>
        <pc:spChg chg="mod">
          <ac:chgData name="Sarah Mittenentzwei" userId="4c45fc55-9cb4-45f8-ace2-eddd3f5a34a7" providerId="ADAL" clId="{833720A7-4F93-4279-A854-84F525683C77}" dt="2026-10-15T10:32:51.013" v="3492" actId="20577"/>
          <ac:spMkLst>
            <pc:docMk/>
            <pc:sldMk cId="3067232834" sldId="329"/>
            <ac:spMk id="25" creationId="{6C1E560A-B1F6-B716-89D7-DD598B2EB3B4}"/>
          </ac:spMkLst>
        </pc:spChg>
        <pc:picChg chg="add del mod">
          <ac:chgData name="Sarah Mittenentzwei" userId="4c45fc55-9cb4-45f8-ace2-eddd3f5a34a7" providerId="ADAL" clId="{833720A7-4F93-4279-A854-84F525683C77}" dt="2026-10-19T12:51:59.380" v="6760" actId="21"/>
          <ac:picMkLst>
            <pc:docMk/>
            <pc:sldMk cId="3067232834" sldId="329"/>
            <ac:picMk id="3" creationId="{B387BC7A-314D-EABD-8B70-F93F7CBD3634}"/>
          </ac:picMkLst>
        </pc:picChg>
        <pc:picChg chg="add del">
          <ac:chgData name="Sarah Mittenentzwei" userId="4c45fc55-9cb4-45f8-ace2-eddd3f5a34a7" providerId="ADAL" clId="{833720A7-4F93-4279-A854-84F525683C77}" dt="2026-10-19T12:52:01.020" v="6761" actId="478"/>
          <ac:picMkLst>
            <pc:docMk/>
            <pc:sldMk cId="3067232834" sldId="329"/>
            <ac:picMk id="6" creationId="{36ADA8E9-9141-8CFC-8E23-4A37B0719179}"/>
          </ac:picMkLst>
        </pc:picChg>
        <pc:picChg chg="add">
          <ac:chgData name="Sarah Mittenentzwei" userId="4c45fc55-9cb4-45f8-ace2-eddd3f5a34a7" providerId="ADAL" clId="{833720A7-4F93-4279-A854-84F525683C77}" dt="2026-10-19T12:52:01.847" v="6762" actId="22"/>
          <ac:picMkLst>
            <pc:docMk/>
            <pc:sldMk cId="3067232834" sldId="329"/>
            <ac:picMk id="7" creationId="{6A7CF56E-68A5-61A0-CE7D-043EC60FF4EF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29.443" v="5196" actId="478"/>
        <pc:sldMkLst>
          <pc:docMk/>
          <pc:sldMk cId="2219418018" sldId="330"/>
        </pc:sldMkLst>
        <pc:spChg chg="mod">
          <ac:chgData name="Sarah Mittenentzwei" userId="4c45fc55-9cb4-45f8-ace2-eddd3f5a34a7" providerId="ADAL" clId="{833720A7-4F93-4279-A854-84F525683C77}" dt="2026-10-15T10:35:32.728" v="3504" actId="20577"/>
          <ac:spMkLst>
            <pc:docMk/>
            <pc:sldMk cId="2219418018" sldId="330"/>
            <ac:spMk id="4" creationId="{FAD0C8EB-EF00-BD8F-798E-65BA2996C70B}"/>
          </ac:spMkLst>
        </pc:spChg>
        <pc:spChg chg="mod">
          <ac:chgData name="Sarah Mittenentzwei" userId="4c45fc55-9cb4-45f8-ace2-eddd3f5a34a7" providerId="ADAL" clId="{833720A7-4F93-4279-A854-84F525683C77}" dt="2026-10-15T10:42:16.063" v="3587" actId="20577"/>
          <ac:spMkLst>
            <pc:docMk/>
            <pc:sldMk cId="2219418018" sldId="330"/>
            <ac:spMk id="25" creationId="{CD460231-96FA-8CEE-CB1E-97753E91D6BE}"/>
          </ac:spMkLst>
        </pc:spChg>
        <pc:picChg chg="add">
          <ac:chgData name="Sarah Mittenentzwei" userId="4c45fc55-9cb4-45f8-ace2-eddd3f5a34a7" providerId="ADAL" clId="{833720A7-4F93-4279-A854-84F525683C77}" dt="2026-10-15T10:54:12.334" v="4171" actId="22"/>
          <ac:picMkLst>
            <pc:docMk/>
            <pc:sldMk cId="2219418018" sldId="330"/>
            <ac:picMk id="7" creationId="{2F5EF428-8194-2E16-2778-94FD35EF7BE5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25.208" v="5195" actId="478"/>
        <pc:sldMkLst>
          <pc:docMk/>
          <pc:sldMk cId="3523303346" sldId="331"/>
        </pc:sldMkLst>
        <pc:spChg chg="mod">
          <ac:chgData name="Sarah Mittenentzwei" userId="4c45fc55-9cb4-45f8-ace2-eddd3f5a34a7" providerId="ADAL" clId="{833720A7-4F93-4279-A854-84F525683C77}" dt="2026-10-15T11:55:22.321" v="5194" actId="20577"/>
          <ac:spMkLst>
            <pc:docMk/>
            <pc:sldMk cId="3523303346" sldId="331"/>
            <ac:spMk id="4" creationId="{67B61205-BED5-4D24-1996-3FE838469261}"/>
          </ac:spMkLst>
        </pc:spChg>
        <pc:spChg chg="mod">
          <ac:chgData name="Sarah Mittenentzwei" userId="4c45fc55-9cb4-45f8-ace2-eddd3f5a34a7" providerId="ADAL" clId="{833720A7-4F93-4279-A854-84F525683C77}" dt="2026-10-15T10:51:34.393" v="3963" actId="20577"/>
          <ac:spMkLst>
            <pc:docMk/>
            <pc:sldMk cId="3523303346" sldId="331"/>
            <ac:spMk id="25" creationId="{E7DE0C67-62E0-B532-F1A9-CA5EE96A753C}"/>
          </ac:spMkLst>
        </pc:spChg>
        <pc:picChg chg="add">
          <ac:chgData name="Sarah Mittenentzwei" userId="4c45fc55-9cb4-45f8-ace2-eddd3f5a34a7" providerId="ADAL" clId="{833720A7-4F93-4279-A854-84F525683C77}" dt="2026-10-15T10:50:02.018" v="3941" actId="22"/>
          <ac:picMkLst>
            <pc:docMk/>
            <pc:sldMk cId="3523303346" sldId="331"/>
            <ac:picMk id="7" creationId="{B4CF3F5A-6A79-B381-C5FA-A0FE446ADD20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15.039" v="5186" actId="20577"/>
        <pc:sldMkLst>
          <pc:docMk/>
          <pc:sldMk cId="4148303664" sldId="332"/>
        </pc:sldMkLst>
        <pc:spChg chg="mod">
          <ac:chgData name="Sarah Mittenentzwei" userId="4c45fc55-9cb4-45f8-ace2-eddd3f5a34a7" providerId="ADAL" clId="{833720A7-4F93-4279-A854-84F525683C77}" dt="2026-10-15T11:55:15.039" v="5186" actId="20577"/>
          <ac:spMkLst>
            <pc:docMk/>
            <pc:sldMk cId="4148303664" sldId="332"/>
            <ac:spMk id="4" creationId="{628991B5-883D-FBF7-9515-4305B296AB68}"/>
          </ac:spMkLst>
        </pc:spChg>
        <pc:spChg chg="mod">
          <ac:chgData name="Sarah Mittenentzwei" userId="4c45fc55-9cb4-45f8-ace2-eddd3f5a34a7" providerId="ADAL" clId="{833720A7-4F93-4279-A854-84F525683C77}" dt="2026-10-15T10:53:27.484" v="4159" actId="20577"/>
          <ac:spMkLst>
            <pc:docMk/>
            <pc:sldMk cId="4148303664" sldId="332"/>
            <ac:spMk id="25" creationId="{F7865A9E-5341-8FAC-D9F1-6B17F65F291A}"/>
          </ac:spMkLst>
        </pc:spChg>
        <pc:picChg chg="add">
          <ac:chgData name="Sarah Mittenentzwei" userId="4c45fc55-9cb4-45f8-ace2-eddd3f5a34a7" providerId="ADAL" clId="{833720A7-4F93-4279-A854-84F525683C77}" dt="2026-10-15T10:52:28.074" v="4062" actId="22"/>
          <ac:picMkLst>
            <pc:docMk/>
            <pc:sldMk cId="4148303664" sldId="332"/>
            <ac:picMk id="6" creationId="{43A607D3-71E3-BE00-6F69-9B12BBD806F6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5:02.358" v="5177" actId="478"/>
        <pc:sldMkLst>
          <pc:docMk/>
          <pc:sldMk cId="4200514230" sldId="333"/>
        </pc:sldMkLst>
        <pc:spChg chg="mod">
          <ac:chgData name="Sarah Mittenentzwei" userId="4c45fc55-9cb4-45f8-ace2-eddd3f5a34a7" providerId="ADAL" clId="{833720A7-4F93-4279-A854-84F525683C77}" dt="2026-10-15T10:54:51.089" v="4187" actId="20577"/>
          <ac:spMkLst>
            <pc:docMk/>
            <pc:sldMk cId="4200514230" sldId="333"/>
            <ac:spMk id="4" creationId="{04BC0022-6758-7876-F778-B0ED2C4B7B86}"/>
          </ac:spMkLst>
        </pc:spChg>
        <pc:spChg chg="mod">
          <ac:chgData name="Sarah Mittenentzwei" userId="4c45fc55-9cb4-45f8-ace2-eddd3f5a34a7" providerId="ADAL" clId="{833720A7-4F93-4279-A854-84F525683C77}" dt="2026-10-15T10:57:05.035" v="4294" actId="20577"/>
          <ac:spMkLst>
            <pc:docMk/>
            <pc:sldMk cId="4200514230" sldId="333"/>
            <ac:spMk id="25" creationId="{4F4B76F4-49C0-DA0A-AD55-B04CDA25AA33}"/>
          </ac:spMkLst>
        </pc:spChg>
        <pc:picChg chg="add">
          <ac:chgData name="Sarah Mittenentzwei" userId="4c45fc55-9cb4-45f8-ace2-eddd3f5a34a7" providerId="ADAL" clId="{833720A7-4F93-4279-A854-84F525683C77}" dt="2026-10-15T10:55:18.339" v="4239" actId="22"/>
          <ac:picMkLst>
            <pc:docMk/>
            <pc:sldMk cId="4200514230" sldId="333"/>
            <ac:picMk id="7" creationId="{BED3E4C8-4629-81C9-83CB-D30249C84F2D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2:02:44.125" v="5373" actId="114"/>
        <pc:sldMkLst>
          <pc:docMk/>
          <pc:sldMk cId="55714694" sldId="334"/>
        </pc:sldMkLst>
        <pc:spChg chg="mod">
          <ac:chgData name="Sarah Mittenentzwei" userId="4c45fc55-9cb4-45f8-ace2-eddd3f5a34a7" providerId="ADAL" clId="{833720A7-4F93-4279-A854-84F525683C77}" dt="2026-10-15T10:57:31.755" v="4303" actId="20577"/>
          <ac:spMkLst>
            <pc:docMk/>
            <pc:sldMk cId="55714694" sldId="334"/>
            <ac:spMk id="4" creationId="{78F362FA-6169-41C9-FCEA-A841BA165EC3}"/>
          </ac:spMkLst>
        </pc:spChg>
        <pc:spChg chg="mod">
          <ac:chgData name="Sarah Mittenentzwei" userId="4c45fc55-9cb4-45f8-ace2-eddd3f5a34a7" providerId="ADAL" clId="{833720A7-4F93-4279-A854-84F525683C77}" dt="2026-10-15T12:02:44.125" v="5373" actId="114"/>
          <ac:spMkLst>
            <pc:docMk/>
            <pc:sldMk cId="55714694" sldId="334"/>
            <ac:spMk id="25" creationId="{B1CE2FFE-2994-8B3C-4619-89391F59B320}"/>
          </ac:spMkLst>
        </pc:spChg>
        <pc:picChg chg="add">
          <ac:chgData name="Sarah Mittenentzwei" userId="4c45fc55-9cb4-45f8-ace2-eddd3f5a34a7" providerId="ADAL" clId="{833720A7-4F93-4279-A854-84F525683C77}" dt="2026-10-15T10:58:14.521" v="4309" actId="22"/>
          <ac:picMkLst>
            <pc:docMk/>
            <pc:sldMk cId="55714694" sldId="334"/>
            <ac:picMk id="6" creationId="{95828C44-5618-39AB-2688-9AA138818B11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2:03:30.112" v="5398" actId="20577"/>
        <pc:sldMkLst>
          <pc:docMk/>
          <pc:sldMk cId="227811689" sldId="335"/>
        </pc:sldMkLst>
        <pc:spChg chg="mod">
          <ac:chgData name="Sarah Mittenentzwei" userId="4c45fc55-9cb4-45f8-ace2-eddd3f5a34a7" providerId="ADAL" clId="{833720A7-4F93-4279-A854-84F525683C77}" dt="2026-10-15T12:03:30.112" v="5398" actId="20577"/>
          <ac:spMkLst>
            <pc:docMk/>
            <pc:sldMk cId="227811689" sldId="335"/>
            <ac:spMk id="25" creationId="{EBA02328-BC5E-53E3-46C6-98384B52A9A7}"/>
          </ac:spMkLst>
        </pc:spChg>
        <pc:picChg chg="add">
          <ac:chgData name="Sarah Mittenentzwei" userId="4c45fc55-9cb4-45f8-ace2-eddd3f5a34a7" providerId="ADAL" clId="{833720A7-4F93-4279-A854-84F525683C77}" dt="2026-10-15T11:46:02.672" v="4638" actId="22"/>
          <ac:picMkLst>
            <pc:docMk/>
            <pc:sldMk cId="227811689" sldId="335"/>
            <ac:picMk id="7" creationId="{17925075-67D3-CD48-12B4-F2820193308F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2:05:36.495" v="5432" actId="20577"/>
        <pc:sldMkLst>
          <pc:docMk/>
          <pc:sldMk cId="607704983" sldId="337"/>
        </pc:sldMkLst>
        <pc:spChg chg="mod">
          <ac:chgData name="Sarah Mittenentzwei" userId="4c45fc55-9cb4-45f8-ace2-eddd3f5a34a7" providerId="ADAL" clId="{833720A7-4F93-4279-A854-84F525683C77}" dt="2026-10-15T11:47:12.916" v="4664" actId="20577"/>
          <ac:spMkLst>
            <pc:docMk/>
            <pc:sldMk cId="607704983" sldId="337"/>
            <ac:spMk id="4" creationId="{9201E0F3-F93E-3492-0C6B-EFE259FCF313}"/>
          </ac:spMkLst>
        </pc:spChg>
        <pc:spChg chg="mod">
          <ac:chgData name="Sarah Mittenentzwei" userId="4c45fc55-9cb4-45f8-ace2-eddd3f5a34a7" providerId="ADAL" clId="{833720A7-4F93-4279-A854-84F525683C77}" dt="2026-10-15T12:05:36.495" v="5432" actId="20577"/>
          <ac:spMkLst>
            <pc:docMk/>
            <pc:sldMk cId="607704983" sldId="337"/>
            <ac:spMk id="25" creationId="{911928C9-82AC-1D78-56D8-8F1CA3CF9590}"/>
          </ac:spMkLst>
        </pc:spChg>
        <pc:picChg chg="add">
          <ac:chgData name="Sarah Mittenentzwei" userId="4c45fc55-9cb4-45f8-ace2-eddd3f5a34a7" providerId="ADAL" clId="{833720A7-4F93-4279-A854-84F525683C77}" dt="2026-10-15T11:46:55.912" v="4655" actId="22"/>
          <ac:picMkLst>
            <pc:docMk/>
            <pc:sldMk cId="607704983" sldId="337"/>
            <ac:picMk id="6" creationId="{E2BE3A5A-0AB8-028E-4242-EA87118A8AA1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2:54.132" v="5001" actId="478"/>
        <pc:sldMkLst>
          <pc:docMk/>
          <pc:sldMk cId="3862090773" sldId="338"/>
        </pc:sldMkLst>
        <pc:spChg chg="mod">
          <ac:chgData name="Sarah Mittenentzwei" userId="4c45fc55-9cb4-45f8-ace2-eddd3f5a34a7" providerId="ADAL" clId="{833720A7-4F93-4279-A854-84F525683C77}" dt="2026-10-15T11:49:06.452" v="4717" actId="20577"/>
          <ac:spMkLst>
            <pc:docMk/>
            <pc:sldMk cId="3862090773" sldId="338"/>
            <ac:spMk id="4" creationId="{03FA728B-2E22-DD9D-2950-B20ADEC174A2}"/>
          </ac:spMkLst>
        </pc:spChg>
        <pc:spChg chg="mod">
          <ac:chgData name="Sarah Mittenentzwei" userId="4c45fc55-9cb4-45f8-ace2-eddd3f5a34a7" providerId="ADAL" clId="{833720A7-4F93-4279-A854-84F525683C77}" dt="2026-10-15T11:50:02.916" v="4854" actId="20577"/>
          <ac:spMkLst>
            <pc:docMk/>
            <pc:sldMk cId="3862090773" sldId="338"/>
            <ac:spMk id="25" creationId="{AA97C74D-BCFF-EF57-0024-5C6E37E610A8}"/>
          </ac:spMkLst>
        </pc:spChg>
        <pc:picChg chg="add mod modCrop">
          <ac:chgData name="Sarah Mittenentzwei" userId="4c45fc55-9cb4-45f8-ace2-eddd3f5a34a7" providerId="ADAL" clId="{833720A7-4F93-4279-A854-84F525683C77}" dt="2026-10-15T11:48:38.026" v="4671" actId="732"/>
          <ac:picMkLst>
            <pc:docMk/>
            <pc:sldMk cId="3862090773" sldId="338"/>
            <ac:picMk id="7" creationId="{5A9A3F7D-AF41-F652-EA35-C9A598E62D08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2:49.599" v="5000" actId="478"/>
        <pc:sldMkLst>
          <pc:docMk/>
          <pc:sldMk cId="1384423596" sldId="339"/>
        </pc:sldMkLst>
        <pc:spChg chg="mod">
          <ac:chgData name="Sarah Mittenentzwei" userId="4c45fc55-9cb4-45f8-ace2-eddd3f5a34a7" providerId="ADAL" clId="{833720A7-4F93-4279-A854-84F525683C77}" dt="2026-10-15T11:51:26.983" v="4958" actId="20577"/>
          <ac:spMkLst>
            <pc:docMk/>
            <pc:sldMk cId="1384423596" sldId="339"/>
            <ac:spMk id="25" creationId="{88D9C473-81D5-AD26-0823-1398132A9CF3}"/>
          </ac:spMkLst>
        </pc:spChg>
        <pc:picChg chg="add mod modCrop">
          <ac:chgData name="Sarah Mittenentzwei" userId="4c45fc55-9cb4-45f8-ace2-eddd3f5a34a7" providerId="ADAL" clId="{833720A7-4F93-4279-A854-84F525683C77}" dt="2026-10-15T11:50:43.953" v="4864" actId="732"/>
          <ac:picMkLst>
            <pc:docMk/>
            <pc:sldMk cId="1384423596" sldId="339"/>
            <ac:picMk id="6" creationId="{765D019E-5FA5-509B-59A6-E57AD4997DFE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4:08.015" v="5161" actId="5793"/>
        <pc:sldMkLst>
          <pc:docMk/>
          <pc:sldMk cId="2759634600" sldId="340"/>
        </pc:sldMkLst>
        <pc:spChg chg="mod">
          <ac:chgData name="Sarah Mittenentzwei" userId="4c45fc55-9cb4-45f8-ace2-eddd3f5a34a7" providerId="ADAL" clId="{833720A7-4F93-4279-A854-84F525683C77}" dt="2026-10-15T11:51:49.307" v="4982" actId="20577"/>
          <ac:spMkLst>
            <pc:docMk/>
            <pc:sldMk cId="2759634600" sldId="340"/>
            <ac:spMk id="4" creationId="{78558B00-56DC-AC13-F186-177A892D6B33}"/>
          </ac:spMkLst>
        </pc:spChg>
        <pc:spChg chg="mod">
          <ac:chgData name="Sarah Mittenentzwei" userId="4c45fc55-9cb4-45f8-ace2-eddd3f5a34a7" providerId="ADAL" clId="{833720A7-4F93-4279-A854-84F525683C77}" dt="2026-10-15T11:54:08.015" v="5161" actId="5793"/>
          <ac:spMkLst>
            <pc:docMk/>
            <pc:sldMk cId="2759634600" sldId="340"/>
            <ac:spMk id="25" creationId="{C9C9CFFB-D004-3787-348A-0C66F6BDEDB7}"/>
          </ac:spMkLst>
        </pc:spChg>
        <pc:picChg chg="add">
          <ac:chgData name="Sarah Mittenentzwei" userId="4c45fc55-9cb4-45f8-ace2-eddd3f5a34a7" providerId="ADAL" clId="{833720A7-4F93-4279-A854-84F525683C77}" dt="2026-10-15T11:52:19.826" v="4998" actId="22"/>
          <ac:picMkLst>
            <pc:docMk/>
            <pc:sldMk cId="2759634600" sldId="340"/>
            <ac:picMk id="7" creationId="{29C4CAD9-C00B-9905-968C-A9FDFAC3869D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1:57:38.926" v="5244" actId="20577"/>
        <pc:sldMkLst>
          <pc:docMk/>
          <pc:sldMk cId="320220589" sldId="342"/>
        </pc:sldMkLst>
        <pc:spChg chg="mod">
          <ac:chgData name="Sarah Mittenentzwei" userId="4c45fc55-9cb4-45f8-ace2-eddd3f5a34a7" providerId="ADAL" clId="{833720A7-4F93-4279-A854-84F525683C77}" dt="2026-10-15T11:54:44.895" v="5174" actId="20577"/>
          <ac:spMkLst>
            <pc:docMk/>
            <pc:sldMk cId="320220589" sldId="342"/>
            <ac:spMk id="4" creationId="{2A8D52BA-5B0F-B569-3285-DCF9A6B3BAB3}"/>
          </ac:spMkLst>
        </pc:spChg>
        <pc:spChg chg="mod">
          <ac:chgData name="Sarah Mittenentzwei" userId="4c45fc55-9cb4-45f8-ace2-eddd3f5a34a7" providerId="ADAL" clId="{833720A7-4F93-4279-A854-84F525683C77}" dt="2026-10-15T11:57:38.926" v="5244" actId="20577"/>
          <ac:spMkLst>
            <pc:docMk/>
            <pc:sldMk cId="320220589" sldId="342"/>
            <ac:spMk id="25" creationId="{185422AE-033C-C5EC-E978-BFFB43C9D248}"/>
          </ac:spMkLst>
        </pc:spChg>
        <pc:picChg chg="add">
          <ac:chgData name="Sarah Mittenentzwei" userId="4c45fc55-9cb4-45f8-ace2-eddd3f5a34a7" providerId="ADAL" clId="{833720A7-4F93-4279-A854-84F525683C77}" dt="2026-10-15T11:56:35.976" v="5221" actId="22"/>
          <ac:picMkLst>
            <pc:docMk/>
            <pc:sldMk cId="320220589" sldId="342"/>
            <ac:picMk id="6" creationId="{D16D095A-D524-81B2-13B9-D72D63655CCC}"/>
          </ac:picMkLst>
        </pc:picChg>
      </pc:sldChg>
      <pc:sldChg chg="addSp modSp add mod">
        <pc:chgData name="Sarah Mittenentzwei" userId="4c45fc55-9cb4-45f8-ace2-eddd3f5a34a7" providerId="ADAL" clId="{833720A7-4F93-4279-A854-84F525683C77}" dt="2026-10-15T12:00:28.559" v="5344" actId="20577"/>
        <pc:sldMkLst>
          <pc:docMk/>
          <pc:sldMk cId="1857222324" sldId="343"/>
        </pc:sldMkLst>
        <pc:spChg chg="mod">
          <ac:chgData name="Sarah Mittenentzwei" userId="4c45fc55-9cb4-45f8-ace2-eddd3f5a34a7" providerId="ADAL" clId="{833720A7-4F93-4279-A854-84F525683C77}" dt="2026-10-15T12:00:28.559" v="5344" actId="20577"/>
          <ac:spMkLst>
            <pc:docMk/>
            <pc:sldMk cId="1857222324" sldId="343"/>
            <ac:spMk id="25" creationId="{C69722E8-D3D3-55C1-CAFB-B9636C5796D4}"/>
          </ac:spMkLst>
        </pc:spChg>
        <pc:picChg chg="add mod">
          <ac:chgData name="Sarah Mittenentzwei" userId="4c45fc55-9cb4-45f8-ace2-eddd3f5a34a7" providerId="ADAL" clId="{833720A7-4F93-4279-A854-84F525683C77}" dt="2026-10-15T11:59:30.862" v="5304" actId="1076"/>
          <ac:picMkLst>
            <pc:docMk/>
            <pc:sldMk cId="1857222324" sldId="343"/>
            <ac:picMk id="3" creationId="{92A55E78-2EC8-AE62-BD10-974E7789E6F7}"/>
          </ac:picMkLst>
        </pc:picChg>
        <pc:picChg chg="mod">
          <ac:chgData name="Sarah Mittenentzwei" userId="4c45fc55-9cb4-45f8-ace2-eddd3f5a34a7" providerId="ADAL" clId="{833720A7-4F93-4279-A854-84F525683C77}" dt="2026-10-15T11:59:34.516" v="5305" actId="1076"/>
          <ac:picMkLst>
            <pc:docMk/>
            <pc:sldMk cId="1857222324" sldId="343"/>
            <ac:picMk id="6" creationId="{C10B4237-D640-BF4A-5EC2-7B41534AF3E2}"/>
          </ac:picMkLst>
        </pc:picChg>
        <pc:picChg chg="add mod">
          <ac:chgData name="Sarah Mittenentzwei" userId="4c45fc55-9cb4-45f8-ace2-eddd3f5a34a7" providerId="ADAL" clId="{833720A7-4F93-4279-A854-84F525683C77}" dt="2026-10-15T11:59:22.953" v="5303" actId="1076"/>
          <ac:picMkLst>
            <pc:docMk/>
            <pc:sldMk cId="1857222324" sldId="343"/>
            <ac:picMk id="7" creationId="{62711C9A-BAD7-B5B6-7FC4-FE273160E20C}"/>
          </ac:picMkLst>
        </pc:picChg>
        <pc:picChg chg="add mod">
          <ac:chgData name="Sarah Mittenentzwei" userId="4c45fc55-9cb4-45f8-ace2-eddd3f5a34a7" providerId="ADAL" clId="{833720A7-4F93-4279-A854-84F525683C77}" dt="2026-10-15T11:59:58.298" v="5310" actId="1076"/>
          <ac:picMkLst>
            <pc:docMk/>
            <pc:sldMk cId="1857222324" sldId="343"/>
            <ac:picMk id="9" creationId="{324BDCA6-9909-9C3C-1E47-6B4C308BCD7B}"/>
          </ac:picMkLst>
        </pc:picChg>
      </pc:sldChg>
      <pc:sldChg chg="addSp modSp new mod modClrScheme chgLayout">
        <pc:chgData name="Sarah Mittenentzwei" userId="4c45fc55-9cb4-45f8-ace2-eddd3f5a34a7" providerId="ADAL" clId="{833720A7-4F93-4279-A854-84F525683C77}" dt="2026-10-15T12:22:32.374" v="5784" actId="20577"/>
        <pc:sldMkLst>
          <pc:docMk/>
          <pc:sldMk cId="4017681793" sldId="344"/>
        </pc:sldMkLst>
        <pc:spChg chg="add mod ord">
          <ac:chgData name="Sarah Mittenentzwei" userId="4c45fc55-9cb4-45f8-ace2-eddd3f5a34a7" providerId="ADAL" clId="{833720A7-4F93-4279-A854-84F525683C77}" dt="2026-10-15T12:22:32.374" v="5784" actId="20577"/>
          <ac:spMkLst>
            <pc:docMk/>
            <pc:sldMk cId="4017681793" sldId="344"/>
            <ac:spMk id="4" creationId="{F1D420C6-4DF6-61D3-701C-155D2281580B}"/>
          </ac:spMkLst>
        </pc:spChg>
        <pc:spChg chg="add mod ord">
          <ac:chgData name="Sarah Mittenentzwei" userId="4c45fc55-9cb4-45f8-ace2-eddd3f5a34a7" providerId="ADAL" clId="{833720A7-4F93-4279-A854-84F525683C77}" dt="2026-10-15T12:08:47.137" v="5442" actId="700"/>
          <ac:spMkLst>
            <pc:docMk/>
            <pc:sldMk cId="4017681793" sldId="344"/>
            <ac:spMk id="5" creationId="{A1181EFD-E8B9-1857-A85F-7C6496D2C8B3}"/>
          </ac:spMkLst>
        </pc:spChg>
        <pc:picChg chg="add mod">
          <ac:chgData name="Sarah Mittenentzwei" userId="4c45fc55-9cb4-45f8-ace2-eddd3f5a34a7" providerId="ADAL" clId="{833720A7-4F93-4279-A854-84F525683C77}" dt="2026-10-15T12:08:29.427" v="5441" actId="26606"/>
          <ac:picMkLst>
            <pc:docMk/>
            <pc:sldMk cId="4017681793" sldId="344"/>
            <ac:picMk id="3" creationId="{A7A52CEB-E9D6-1C61-3610-AA5B659D4F0A}"/>
          </ac:picMkLst>
        </pc:picChg>
      </pc:sldChg>
      <pc:sldChg chg="addSp delSp modSp new mod">
        <pc:chgData name="Sarah Mittenentzwei" userId="4c45fc55-9cb4-45f8-ace2-eddd3f5a34a7" providerId="ADAL" clId="{833720A7-4F93-4279-A854-84F525683C77}" dt="2026-10-19T10:57:53.574" v="6665" actId="20577"/>
        <pc:sldMkLst>
          <pc:docMk/>
          <pc:sldMk cId="2675102720" sldId="345"/>
        </pc:sldMkLst>
        <pc:spChg chg="mod">
          <ac:chgData name="Sarah Mittenentzwei" userId="4c45fc55-9cb4-45f8-ace2-eddd3f5a34a7" providerId="ADAL" clId="{833720A7-4F93-4279-A854-84F525683C77}" dt="2026-10-19T10:57:53.574" v="6665" actId="20577"/>
          <ac:spMkLst>
            <pc:docMk/>
            <pc:sldMk cId="2675102720" sldId="345"/>
            <ac:spMk id="2" creationId="{D02113CA-DBCE-14D5-A5CB-9FA46AD3DC3C}"/>
          </ac:spMkLst>
        </pc:spChg>
        <pc:graphicFrameChg chg="add mod">
          <ac:chgData name="Sarah Mittenentzwei" userId="4c45fc55-9cb4-45f8-ace2-eddd3f5a34a7" providerId="ADAL" clId="{833720A7-4F93-4279-A854-84F525683C77}" dt="2026-10-15T12:16:37.335" v="5641"/>
          <ac:graphicFrameMkLst>
            <pc:docMk/>
            <pc:sldMk cId="2675102720" sldId="345"/>
            <ac:graphicFrameMk id="5" creationId="{20AD29E7-344C-AF72-ACDA-BFDD58EC2CA3}"/>
          </ac:graphicFrameMkLst>
        </pc:graphicFrameChg>
      </pc:sldChg>
      <pc:sldChg chg="addSp modSp new mod modClrScheme chgLayout">
        <pc:chgData name="Sarah Mittenentzwei" userId="4c45fc55-9cb4-45f8-ace2-eddd3f5a34a7" providerId="ADAL" clId="{833720A7-4F93-4279-A854-84F525683C77}" dt="2026-10-15T12:59:23.587" v="6051" actId="20577"/>
        <pc:sldMkLst>
          <pc:docMk/>
          <pc:sldMk cId="302555102" sldId="346"/>
        </pc:sldMkLst>
        <pc:spChg chg="add mod">
          <ac:chgData name="Sarah Mittenentzwei" userId="4c45fc55-9cb4-45f8-ace2-eddd3f5a34a7" providerId="ADAL" clId="{833720A7-4F93-4279-A854-84F525683C77}" dt="2026-10-15T12:59:23.587" v="6051" actId="20577"/>
          <ac:spMkLst>
            <pc:docMk/>
            <pc:sldMk cId="302555102" sldId="346"/>
            <ac:spMk id="2" creationId="{13B45300-9C31-4EA7-D0AC-DE605145C553}"/>
          </ac:spMkLst>
        </pc:spChg>
        <pc:spChg chg="add mod">
          <ac:chgData name="Sarah Mittenentzwei" userId="4c45fc55-9cb4-45f8-ace2-eddd3f5a34a7" providerId="ADAL" clId="{833720A7-4F93-4279-A854-84F525683C77}" dt="2026-10-15T12:59:18.484" v="6036" actId="20577"/>
          <ac:spMkLst>
            <pc:docMk/>
            <pc:sldMk cId="302555102" sldId="346"/>
            <ac:spMk id="3" creationId="{7F14D861-C861-C5B6-AFB6-9F837F0CB06F}"/>
          </ac:spMkLst>
        </pc:spChg>
        <pc:picChg chg="add mod">
          <ac:chgData name="Sarah Mittenentzwei" userId="4c45fc55-9cb4-45f8-ace2-eddd3f5a34a7" providerId="ADAL" clId="{833720A7-4F93-4279-A854-84F525683C77}" dt="2026-10-15T12:53:45.988" v="5905" actId="14100"/>
          <ac:picMkLst>
            <pc:docMk/>
            <pc:sldMk cId="302555102" sldId="346"/>
            <ac:picMk id="5" creationId="{75116B16-FD62-A55D-DEFA-394CB60F188B}"/>
          </ac:picMkLst>
        </pc:picChg>
      </pc:sldChg>
      <pc:sldChg chg="addSp delSp modSp new del mod modClrScheme chgLayout">
        <pc:chgData name="Sarah Mittenentzwei" userId="4c45fc55-9cb4-45f8-ace2-eddd3f5a34a7" providerId="ADAL" clId="{833720A7-4F93-4279-A854-84F525683C77}" dt="2026-10-19T10:51:48.387" v="6656" actId="2696"/>
        <pc:sldMkLst>
          <pc:docMk/>
          <pc:sldMk cId="2366582283" sldId="347"/>
        </pc:sldMkLst>
        <pc:spChg chg="del">
          <ac:chgData name="Sarah Mittenentzwei" userId="4c45fc55-9cb4-45f8-ace2-eddd3f5a34a7" providerId="ADAL" clId="{833720A7-4F93-4279-A854-84F525683C77}" dt="2026-10-19T10:45:45.676" v="6470" actId="700"/>
          <ac:spMkLst>
            <pc:docMk/>
            <pc:sldMk cId="2366582283" sldId="347"/>
            <ac:spMk id="2" creationId="{64A5956A-D60F-E1DD-827C-82AB6AFEEBEE}"/>
          </ac:spMkLst>
        </pc:spChg>
        <pc:picChg chg="add mod">
          <ac:chgData name="Sarah Mittenentzwei" userId="4c45fc55-9cb4-45f8-ace2-eddd3f5a34a7" providerId="ADAL" clId="{833720A7-4F93-4279-A854-84F525683C77}" dt="2026-10-19T10:48:32.282" v="6526" actId="1036"/>
          <ac:picMkLst>
            <pc:docMk/>
            <pc:sldMk cId="2366582283" sldId="347"/>
            <ac:picMk id="4" creationId="{DEF37AFC-D475-A060-4797-9B8D02A0B574}"/>
          </ac:picMkLst>
        </pc:picChg>
        <pc:picChg chg="add mod">
          <ac:chgData name="Sarah Mittenentzwei" userId="4c45fc55-9cb4-45f8-ace2-eddd3f5a34a7" providerId="ADAL" clId="{833720A7-4F93-4279-A854-84F525683C77}" dt="2026-10-19T10:48:32.282" v="6526" actId="1036"/>
          <ac:picMkLst>
            <pc:docMk/>
            <pc:sldMk cId="2366582283" sldId="347"/>
            <ac:picMk id="6" creationId="{7E848CDC-2A4E-F6B6-D3EB-D2B279B6F0C9}"/>
          </ac:picMkLst>
        </pc:picChg>
        <pc:picChg chg="add del mod">
          <ac:chgData name="Sarah Mittenentzwei" userId="4c45fc55-9cb4-45f8-ace2-eddd3f5a34a7" providerId="ADAL" clId="{833720A7-4F93-4279-A854-84F525683C77}" dt="2026-10-19T10:46:41.121" v="6484" actId="478"/>
          <ac:picMkLst>
            <pc:docMk/>
            <pc:sldMk cId="2366582283" sldId="347"/>
            <ac:picMk id="8" creationId="{60049D50-D9F5-7DFA-EB2E-22A0EA5E63CC}"/>
          </ac:picMkLst>
        </pc:picChg>
        <pc:picChg chg="add mod">
          <ac:chgData name="Sarah Mittenentzwei" userId="4c45fc55-9cb4-45f8-ace2-eddd3f5a34a7" providerId="ADAL" clId="{833720A7-4F93-4279-A854-84F525683C77}" dt="2026-10-19T10:48:32.282" v="6526" actId="1036"/>
          <ac:picMkLst>
            <pc:docMk/>
            <pc:sldMk cId="2366582283" sldId="347"/>
            <ac:picMk id="10" creationId="{B100046F-5328-EDB5-942F-656176EE6C3F}"/>
          </ac:picMkLst>
        </pc:picChg>
        <pc:picChg chg="add del mod">
          <ac:chgData name="Sarah Mittenentzwei" userId="4c45fc55-9cb4-45f8-ace2-eddd3f5a34a7" providerId="ADAL" clId="{833720A7-4F93-4279-A854-84F525683C77}" dt="2026-10-19T10:47:15.746" v="6496" actId="478"/>
          <ac:picMkLst>
            <pc:docMk/>
            <pc:sldMk cId="2366582283" sldId="347"/>
            <ac:picMk id="12" creationId="{7E03E76F-68EC-88F4-34D5-187BA476A6E7}"/>
          </ac:picMkLst>
        </pc:picChg>
        <pc:picChg chg="add mod">
          <ac:chgData name="Sarah Mittenentzwei" userId="4c45fc55-9cb4-45f8-ace2-eddd3f5a34a7" providerId="ADAL" clId="{833720A7-4F93-4279-A854-84F525683C77}" dt="2026-10-19T10:47:31.345" v="6500" actId="1076"/>
          <ac:picMkLst>
            <pc:docMk/>
            <pc:sldMk cId="2366582283" sldId="347"/>
            <ac:picMk id="14" creationId="{1B25E0CB-D16D-B55D-EE07-198956C0352D}"/>
          </ac:picMkLst>
        </pc:picChg>
        <pc:picChg chg="add mod">
          <ac:chgData name="Sarah Mittenentzwei" userId="4c45fc55-9cb4-45f8-ace2-eddd3f5a34a7" providerId="ADAL" clId="{833720A7-4F93-4279-A854-84F525683C77}" dt="2026-10-19T10:48:36.405" v="6528" actId="1076"/>
          <ac:picMkLst>
            <pc:docMk/>
            <pc:sldMk cId="2366582283" sldId="347"/>
            <ac:picMk id="16" creationId="{290974C0-135A-B841-EFC3-83F52FC70D10}"/>
          </ac:picMkLst>
        </pc:picChg>
        <pc:picChg chg="add mod">
          <ac:chgData name="Sarah Mittenentzwei" userId="4c45fc55-9cb4-45f8-ace2-eddd3f5a34a7" providerId="ADAL" clId="{833720A7-4F93-4279-A854-84F525683C77}" dt="2026-10-19T10:48:26.855" v="6516" actId="1076"/>
          <ac:picMkLst>
            <pc:docMk/>
            <pc:sldMk cId="2366582283" sldId="347"/>
            <ac:picMk id="18" creationId="{9C3DF9C0-B268-394A-D472-4B03645D3EEF}"/>
          </ac:picMkLst>
        </pc:picChg>
      </pc:sldChg>
      <pc:sldChg chg="addSp delSp modSp add mod">
        <pc:chgData name="Sarah Mittenentzwei" userId="4c45fc55-9cb4-45f8-ace2-eddd3f5a34a7" providerId="ADAL" clId="{833720A7-4F93-4279-A854-84F525683C77}" dt="2026-10-15T12:59:28.661" v="6063" actId="20577"/>
        <pc:sldMkLst>
          <pc:docMk/>
          <pc:sldMk cId="1651805861" sldId="348"/>
        </pc:sldMkLst>
        <pc:spChg chg="mod">
          <ac:chgData name="Sarah Mittenentzwei" userId="4c45fc55-9cb4-45f8-ace2-eddd3f5a34a7" providerId="ADAL" clId="{833720A7-4F93-4279-A854-84F525683C77}" dt="2026-10-15T12:59:28.661" v="6063" actId="20577"/>
          <ac:spMkLst>
            <pc:docMk/>
            <pc:sldMk cId="1651805861" sldId="348"/>
            <ac:spMk id="2" creationId="{1803F413-3B3C-A620-D37A-FDBE16CC9F5F}"/>
          </ac:spMkLst>
        </pc:spChg>
        <pc:spChg chg="mod">
          <ac:chgData name="Sarah Mittenentzwei" userId="4c45fc55-9cb4-45f8-ace2-eddd3f5a34a7" providerId="ADAL" clId="{833720A7-4F93-4279-A854-84F525683C77}" dt="2026-10-15T12:56:19.366" v="5943" actId="14100"/>
          <ac:spMkLst>
            <pc:docMk/>
            <pc:sldMk cId="1651805861" sldId="348"/>
            <ac:spMk id="3" creationId="{AF46F117-407F-8DF7-4A65-2BDB7442F178}"/>
          </ac:spMkLst>
        </pc:spChg>
        <pc:picChg chg="add mod">
          <ac:chgData name="Sarah Mittenentzwei" userId="4c45fc55-9cb4-45f8-ace2-eddd3f5a34a7" providerId="ADAL" clId="{833720A7-4F93-4279-A854-84F525683C77}" dt="2026-10-15T12:55:43.585" v="5930" actId="14100"/>
          <ac:picMkLst>
            <pc:docMk/>
            <pc:sldMk cId="1651805861" sldId="348"/>
            <ac:picMk id="6" creationId="{2705110D-E968-B385-BC21-82D08AD073D8}"/>
          </ac:picMkLst>
        </pc:picChg>
        <pc:picChg chg="add mod">
          <ac:chgData name="Sarah Mittenentzwei" userId="4c45fc55-9cb4-45f8-ace2-eddd3f5a34a7" providerId="ADAL" clId="{833720A7-4F93-4279-A854-84F525683C77}" dt="2026-10-15T12:55:43.585" v="5930" actId="14100"/>
          <ac:picMkLst>
            <pc:docMk/>
            <pc:sldMk cId="1651805861" sldId="348"/>
            <ac:picMk id="8" creationId="{D10A96BB-FA62-3870-3CC8-74CE22D53DD5}"/>
          </ac:picMkLst>
        </pc:picChg>
        <pc:picChg chg="add mod">
          <ac:chgData name="Sarah Mittenentzwei" userId="4c45fc55-9cb4-45f8-ace2-eddd3f5a34a7" providerId="ADAL" clId="{833720A7-4F93-4279-A854-84F525683C77}" dt="2026-10-15T12:55:43.585" v="5930" actId="14100"/>
          <ac:picMkLst>
            <pc:docMk/>
            <pc:sldMk cId="1651805861" sldId="348"/>
            <ac:picMk id="10" creationId="{E2CBF21B-BF98-DCCE-22B6-394704DE0636}"/>
          </ac:picMkLst>
        </pc:picChg>
      </pc:sldChg>
      <pc:sldChg chg="delSp modSp add mod modClrScheme chgLayout">
        <pc:chgData name="Sarah Mittenentzwei" userId="4c45fc55-9cb4-45f8-ace2-eddd3f5a34a7" providerId="ADAL" clId="{833720A7-4F93-4279-A854-84F525683C77}" dt="2026-10-19T11:02:06.947" v="6704" actId="20577"/>
        <pc:sldMkLst>
          <pc:docMk/>
          <pc:sldMk cId="0" sldId="349"/>
        </pc:sldMkLst>
        <pc:spChg chg="mod ord">
          <ac:chgData name="Sarah Mittenentzwei" userId="4c45fc55-9cb4-45f8-ace2-eddd3f5a34a7" providerId="ADAL" clId="{833720A7-4F93-4279-A854-84F525683C77}" dt="2026-10-19T11:02:06.947" v="6704" actId="20577"/>
          <ac:spMkLst>
            <pc:docMk/>
            <pc:sldMk cId="0" sldId="349"/>
            <ac:spMk id="2" creationId="{00000000-0000-0000-0000-000000000000}"/>
          </ac:spMkLst>
        </pc:spChg>
        <pc:picChg chg="mod">
          <ac:chgData name="Sarah Mittenentzwei" userId="4c45fc55-9cb4-45f8-ace2-eddd3f5a34a7" providerId="ADAL" clId="{833720A7-4F93-4279-A854-84F525683C77}" dt="2026-10-15T13:17:26.358" v="6392" actId="26606"/>
          <ac:picMkLst>
            <pc:docMk/>
            <pc:sldMk cId="0" sldId="349"/>
            <ac:picMk id="3" creationId="{00000000-0000-0000-0000-000000000000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19T07:31:10.185" v="6452" actId="1076"/>
        <pc:sldMkLst>
          <pc:docMk/>
          <pc:sldMk cId="2811636218" sldId="370"/>
        </pc:sldMkLst>
        <pc:spChg chg="add mod">
          <ac:chgData name="Sarah Mittenentzwei" userId="4c45fc55-9cb4-45f8-ace2-eddd3f5a34a7" providerId="ADAL" clId="{833720A7-4F93-4279-A854-84F525683C77}" dt="2026-10-19T07:16:05.501" v="6447" actId="21"/>
          <ac:spMkLst>
            <pc:docMk/>
            <pc:sldMk cId="2811636218" sldId="370"/>
            <ac:spMk id="2" creationId="{120AC5F5-369A-D4F9-2E09-93C728452DC0}"/>
          </ac:spMkLst>
        </pc:spChg>
        <pc:spChg chg="add mod ord">
          <ac:chgData name="Sarah Mittenentzwei" userId="4c45fc55-9cb4-45f8-ace2-eddd3f5a34a7" providerId="ADAL" clId="{833720A7-4F93-4279-A854-84F525683C77}" dt="2026-10-19T07:16:10.445" v="6449" actId="20577"/>
          <ac:spMkLst>
            <pc:docMk/>
            <pc:sldMk cId="2811636218" sldId="370"/>
            <ac:spMk id="3" creationId="{F4F15D7B-8004-BB25-C81A-2AB53AEA4E6D}"/>
          </ac:spMkLst>
        </pc:spChg>
        <pc:spChg chg="add mod ord">
          <ac:chgData name="Sarah Mittenentzwei" userId="4c45fc55-9cb4-45f8-ace2-eddd3f5a34a7" providerId="ADAL" clId="{833720A7-4F93-4279-A854-84F525683C77}" dt="2026-10-19T07:16:01.540" v="6446" actId="700"/>
          <ac:spMkLst>
            <pc:docMk/>
            <pc:sldMk cId="2811636218" sldId="370"/>
            <ac:spMk id="5" creationId="{5EAD7E6E-DC15-7C91-38EC-CD968BE0DB2C}"/>
          </ac:spMkLst>
        </pc:spChg>
        <pc:spChg chg="add del mod">
          <ac:chgData name="Sarah Mittenentzwei" userId="4c45fc55-9cb4-45f8-ace2-eddd3f5a34a7" providerId="ADAL" clId="{833720A7-4F93-4279-A854-84F525683C77}" dt="2026-10-19T07:14:01.201" v="6421" actId="26606"/>
          <ac:spMkLst>
            <pc:docMk/>
            <pc:sldMk cId="2811636218" sldId="370"/>
            <ac:spMk id="9" creationId="{490F015D-EA37-B124-F702-EB597836D074}"/>
          </ac:spMkLst>
        </pc:spChg>
        <pc:picChg chg="add mod modCrop">
          <ac:chgData name="Sarah Mittenentzwei" userId="4c45fc55-9cb4-45f8-ace2-eddd3f5a34a7" providerId="ADAL" clId="{833720A7-4F93-4279-A854-84F525683C77}" dt="2026-10-19T07:31:10.185" v="6452" actId="1076"/>
          <ac:picMkLst>
            <pc:docMk/>
            <pc:sldMk cId="2811636218" sldId="370"/>
            <ac:picMk id="4" creationId="{92AB7B86-BEF8-8083-C903-3394FCC2B4EF}"/>
          </ac:picMkLst>
        </pc:picChg>
      </pc:sldChg>
      <pc:sldChg chg="addSp delSp modSp add mod modClrScheme modAnim chgLayout">
        <pc:chgData name="Sarah Mittenentzwei" userId="4c45fc55-9cb4-45f8-ace2-eddd3f5a34a7" providerId="ADAL" clId="{833720A7-4F93-4279-A854-84F525683C77}" dt="2026-10-19T13:36:00.143" v="6781"/>
        <pc:sldMkLst>
          <pc:docMk/>
          <pc:sldMk cId="1771380355" sldId="371"/>
        </pc:sldMkLst>
        <pc:picChg chg="add mod">
          <ac:chgData name="Sarah Mittenentzwei" userId="4c45fc55-9cb4-45f8-ace2-eddd3f5a34a7" providerId="ADAL" clId="{833720A7-4F93-4279-A854-84F525683C77}" dt="2026-10-19T10:51:40.170" v="6647" actId="1037"/>
          <ac:picMkLst>
            <pc:docMk/>
            <pc:sldMk cId="1771380355" sldId="371"/>
            <ac:picMk id="3" creationId="{2B682DEF-E1B1-DEC0-61BA-A5A4259D17E2}"/>
          </ac:picMkLst>
        </pc:picChg>
        <pc:picChg chg="del">
          <ac:chgData name="Sarah Mittenentzwei" userId="4c45fc55-9cb4-45f8-ace2-eddd3f5a34a7" providerId="ADAL" clId="{833720A7-4F93-4279-A854-84F525683C77}" dt="2026-10-19T10:48:55.674" v="6530" actId="478"/>
          <ac:picMkLst>
            <pc:docMk/>
            <pc:sldMk cId="1771380355" sldId="371"/>
            <ac:picMk id="4" creationId="{3E1C625F-4763-BEBF-C6CD-F536E1230CB4}"/>
          </ac:picMkLst>
        </pc:picChg>
        <pc:picChg chg="del">
          <ac:chgData name="Sarah Mittenentzwei" userId="4c45fc55-9cb4-45f8-ace2-eddd3f5a34a7" providerId="ADAL" clId="{833720A7-4F93-4279-A854-84F525683C77}" dt="2026-10-19T10:48:55.674" v="6530" actId="478"/>
          <ac:picMkLst>
            <pc:docMk/>
            <pc:sldMk cId="1771380355" sldId="371"/>
            <ac:picMk id="6" creationId="{7417363F-E646-79BE-11DB-026B56577E78}"/>
          </ac:picMkLst>
        </pc:picChg>
        <pc:picChg chg="add mod">
          <ac:chgData name="Sarah Mittenentzwei" userId="4c45fc55-9cb4-45f8-ace2-eddd3f5a34a7" providerId="ADAL" clId="{833720A7-4F93-4279-A854-84F525683C77}" dt="2026-10-19T10:51:38.872" v="6639" actId="1037"/>
          <ac:picMkLst>
            <pc:docMk/>
            <pc:sldMk cId="1771380355" sldId="371"/>
            <ac:picMk id="7" creationId="{3B4307C2-26F5-F2DF-2821-C25628D6E942}"/>
          </ac:picMkLst>
        </pc:picChg>
        <pc:picChg chg="add del mod">
          <ac:chgData name="Sarah Mittenentzwei" userId="4c45fc55-9cb4-45f8-ace2-eddd3f5a34a7" providerId="ADAL" clId="{833720A7-4F93-4279-A854-84F525683C77}" dt="2026-10-19T10:49:46.018" v="6546" actId="478"/>
          <ac:picMkLst>
            <pc:docMk/>
            <pc:sldMk cId="1771380355" sldId="371"/>
            <ac:picMk id="9" creationId="{D31915C5-CF54-2296-DF5B-F6D64D775E7D}"/>
          </ac:picMkLst>
        </pc:picChg>
        <pc:picChg chg="del">
          <ac:chgData name="Sarah Mittenentzwei" userId="4c45fc55-9cb4-45f8-ace2-eddd3f5a34a7" providerId="ADAL" clId="{833720A7-4F93-4279-A854-84F525683C77}" dt="2026-10-19T10:48:55.674" v="6530" actId="478"/>
          <ac:picMkLst>
            <pc:docMk/>
            <pc:sldMk cId="1771380355" sldId="371"/>
            <ac:picMk id="10" creationId="{8CBC2981-EC2E-99FB-10BF-6EC3DBBDA0E0}"/>
          </ac:picMkLst>
        </pc:picChg>
        <pc:picChg chg="add mod">
          <ac:chgData name="Sarah Mittenentzwei" userId="4c45fc55-9cb4-45f8-ace2-eddd3f5a34a7" providerId="ADAL" clId="{833720A7-4F93-4279-A854-84F525683C77}" dt="2026-10-19T10:51:41.819" v="6655" actId="1037"/>
          <ac:picMkLst>
            <pc:docMk/>
            <pc:sldMk cId="1771380355" sldId="371"/>
            <ac:picMk id="12" creationId="{1832B5C7-730E-66CE-900C-F52E9DF32569}"/>
          </ac:picMkLst>
        </pc:picChg>
        <pc:picChg chg="del">
          <ac:chgData name="Sarah Mittenentzwei" userId="4c45fc55-9cb4-45f8-ace2-eddd3f5a34a7" providerId="ADAL" clId="{833720A7-4F93-4279-A854-84F525683C77}" dt="2026-10-19T10:48:58.610" v="6531" actId="478"/>
          <ac:picMkLst>
            <pc:docMk/>
            <pc:sldMk cId="1771380355" sldId="371"/>
            <ac:picMk id="14" creationId="{581227B5-BEA0-298A-C372-89B0A5DA65E2}"/>
          </ac:picMkLst>
        </pc:picChg>
        <pc:picChg chg="add del mod">
          <ac:chgData name="Sarah Mittenentzwei" userId="4c45fc55-9cb4-45f8-ace2-eddd3f5a34a7" providerId="ADAL" clId="{833720A7-4F93-4279-A854-84F525683C77}" dt="2026-10-19T10:50:17.611" v="6560" actId="478"/>
          <ac:picMkLst>
            <pc:docMk/>
            <pc:sldMk cId="1771380355" sldId="371"/>
            <ac:picMk id="15" creationId="{B526F94F-475C-8969-6F52-34E65D8508B0}"/>
          </ac:picMkLst>
        </pc:picChg>
        <pc:picChg chg="del">
          <ac:chgData name="Sarah Mittenentzwei" userId="4c45fc55-9cb4-45f8-ace2-eddd3f5a34a7" providerId="ADAL" clId="{833720A7-4F93-4279-A854-84F525683C77}" dt="2026-10-19T10:48:58.610" v="6531" actId="478"/>
          <ac:picMkLst>
            <pc:docMk/>
            <pc:sldMk cId="1771380355" sldId="371"/>
            <ac:picMk id="16" creationId="{5E8783BF-25D2-AB7B-A49F-F8EDAB2671B4}"/>
          </ac:picMkLst>
        </pc:picChg>
        <pc:picChg chg="del">
          <ac:chgData name="Sarah Mittenentzwei" userId="4c45fc55-9cb4-45f8-ace2-eddd3f5a34a7" providerId="ADAL" clId="{833720A7-4F93-4279-A854-84F525683C77}" dt="2026-10-19T10:48:58.610" v="6531" actId="478"/>
          <ac:picMkLst>
            <pc:docMk/>
            <pc:sldMk cId="1771380355" sldId="371"/>
            <ac:picMk id="18" creationId="{B86E521E-1B3F-9133-4D61-F7D1C5079738}"/>
          </ac:picMkLst>
        </pc:picChg>
        <pc:picChg chg="add mod">
          <ac:chgData name="Sarah Mittenentzwei" userId="4c45fc55-9cb4-45f8-ace2-eddd3f5a34a7" providerId="ADAL" clId="{833720A7-4F93-4279-A854-84F525683C77}" dt="2026-10-19T10:51:28.465" v="6598" actId="1038"/>
          <ac:picMkLst>
            <pc:docMk/>
            <pc:sldMk cId="1771380355" sldId="371"/>
            <ac:picMk id="19" creationId="{934249FA-E475-8E68-7355-900BF01C4541}"/>
          </ac:picMkLst>
        </pc:picChg>
        <pc:picChg chg="add mod">
          <ac:chgData name="Sarah Mittenentzwei" userId="4c45fc55-9cb4-45f8-ace2-eddd3f5a34a7" providerId="ADAL" clId="{833720A7-4F93-4279-A854-84F525683C77}" dt="2026-10-19T10:51:28.465" v="6598" actId="1038"/>
          <ac:picMkLst>
            <pc:docMk/>
            <pc:sldMk cId="1771380355" sldId="371"/>
            <ac:picMk id="21" creationId="{396C9AA4-B904-39E9-645D-9B9C1A48D236}"/>
          </ac:picMkLst>
        </pc:picChg>
        <pc:picChg chg="add del mod">
          <ac:chgData name="Sarah Mittenentzwei" userId="4c45fc55-9cb4-45f8-ace2-eddd3f5a34a7" providerId="ADAL" clId="{833720A7-4F93-4279-A854-84F525683C77}" dt="2026-10-19T10:51:01.035" v="6577" actId="478"/>
          <ac:picMkLst>
            <pc:docMk/>
            <pc:sldMk cId="1771380355" sldId="371"/>
            <ac:picMk id="23" creationId="{5E80A495-5633-6107-15D3-E314B072AC5C}"/>
          </ac:picMkLst>
        </pc:picChg>
        <pc:picChg chg="add mod">
          <ac:chgData name="Sarah Mittenentzwei" userId="4c45fc55-9cb4-45f8-ace2-eddd3f5a34a7" providerId="ADAL" clId="{833720A7-4F93-4279-A854-84F525683C77}" dt="2026-10-19T10:51:21.611" v="6584" actId="1076"/>
          <ac:picMkLst>
            <pc:docMk/>
            <pc:sldMk cId="1771380355" sldId="371"/>
            <ac:picMk id="25" creationId="{875EEB0C-8551-F297-DD3F-081AA132D9A5}"/>
          </ac:picMkLst>
        </pc:picChg>
      </pc:sldChg>
      <pc:sldChg chg="addSp delSp modSp new mod modClrScheme modShow chgLayout">
        <pc:chgData name="Sarah Mittenentzwei" userId="4c45fc55-9cb4-45f8-ace2-eddd3f5a34a7" providerId="ADAL" clId="{833720A7-4F93-4279-A854-84F525683C77}" dt="2026-10-19T14:19:03.926" v="6973" actId="729"/>
        <pc:sldMkLst>
          <pc:docMk/>
          <pc:sldMk cId="510388429" sldId="372"/>
        </pc:sldMkLst>
        <pc:spChg chg="del mod ord">
          <ac:chgData name="Sarah Mittenentzwei" userId="4c45fc55-9cb4-45f8-ace2-eddd3f5a34a7" providerId="ADAL" clId="{833720A7-4F93-4279-A854-84F525683C77}" dt="2026-10-19T14:15:25.690" v="6916" actId="700"/>
          <ac:spMkLst>
            <pc:docMk/>
            <pc:sldMk cId="510388429" sldId="372"/>
            <ac:spMk id="2" creationId="{C09114E3-6966-E45D-A8C9-4AC76FCB3910}"/>
          </ac:spMkLst>
        </pc:spChg>
        <pc:spChg chg="del">
          <ac:chgData name="Sarah Mittenentzwei" userId="4c45fc55-9cb4-45f8-ace2-eddd3f5a34a7" providerId="ADAL" clId="{833720A7-4F93-4279-A854-84F525683C77}" dt="2026-10-19T14:15:18.866" v="6914"/>
          <ac:spMkLst>
            <pc:docMk/>
            <pc:sldMk cId="510388429" sldId="372"/>
            <ac:spMk id="3" creationId="{F12A4D42-8923-A6BC-3E79-82DE8A85303F}"/>
          </ac:spMkLst>
        </pc:spChg>
        <pc:spChg chg="add del">
          <ac:chgData name="Sarah Mittenentzwei" userId="4c45fc55-9cb4-45f8-ace2-eddd3f5a34a7" providerId="ADAL" clId="{833720A7-4F93-4279-A854-84F525683C77}" dt="2026-10-19T14:15:25.690" v="6916" actId="700"/>
          <ac:spMkLst>
            <pc:docMk/>
            <pc:sldMk cId="510388429" sldId="372"/>
            <ac:spMk id="4" creationId="{2D2C044C-EC27-6687-CB3E-178C40FA9B86}"/>
          </ac:spMkLst>
        </pc:spChg>
        <pc:spChg chg="add del mod ord">
          <ac:chgData name="Sarah Mittenentzwei" userId="4c45fc55-9cb4-45f8-ace2-eddd3f5a34a7" providerId="ADAL" clId="{833720A7-4F93-4279-A854-84F525683C77}" dt="2026-10-19T14:18:50.208" v="6943" actId="700"/>
          <ac:spMkLst>
            <pc:docMk/>
            <pc:sldMk cId="510388429" sldId="372"/>
            <ac:spMk id="9" creationId="{A2742EDE-315E-AF31-BC49-033C0D8F523F}"/>
          </ac:spMkLst>
        </pc:spChg>
        <pc:spChg chg="mod topLvl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15" creationId="{36457BC7-D5C9-4E61-9DFE-CE06C9DE1F8D}"/>
          </ac:spMkLst>
        </pc:spChg>
        <pc:spChg chg="mod topLvl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16" creationId="{B2663ECB-738F-9CD2-435F-9B1C6034229A}"/>
          </ac:spMkLst>
        </pc:spChg>
        <pc:spChg chg="mod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17" creationId="{E9342A9D-37C9-105E-0394-D0EAD33EB3AB}"/>
          </ac:spMkLst>
        </pc:spChg>
        <pc:spChg chg="mod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19" creationId="{BBAB67CA-B6DE-36CA-404C-5D926E729EF6}"/>
          </ac:spMkLst>
        </pc:spChg>
        <pc:spChg chg="mod topLvl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21" creationId="{3DCF4227-E863-D295-0BF7-DFA18423A5ED}"/>
          </ac:spMkLst>
        </pc:spChg>
        <pc:spChg chg="mod topLvl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23" creationId="{8B883D34-87BF-5DBF-F7EC-E76B3F7A688A}"/>
          </ac:spMkLst>
        </pc:spChg>
        <pc:spChg chg="mod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25" creationId="{855AD652-4E7D-5581-FEA6-5492EFFE259A}"/>
          </ac:spMkLst>
        </pc:spChg>
        <pc:spChg chg="mod">
          <ac:chgData name="Sarah Mittenentzwei" userId="4c45fc55-9cb4-45f8-ace2-eddd3f5a34a7" providerId="ADAL" clId="{833720A7-4F93-4279-A854-84F525683C77}" dt="2026-10-19T14:17:25.342" v="6939" actId="164"/>
          <ac:spMkLst>
            <pc:docMk/>
            <pc:sldMk cId="510388429" sldId="372"/>
            <ac:spMk id="27" creationId="{CC7DD6CD-EA43-CF06-819F-F1BC7A20AC85}"/>
          </ac:spMkLst>
        </pc:spChg>
        <pc:spChg chg="mod topLvl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28" creationId="{07CDA8E5-10A6-00A1-931D-10D26458ABAF}"/>
          </ac:spMkLst>
        </pc:spChg>
        <pc:spChg chg="mod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29" creationId="{F80E3EFC-7CF5-163F-C322-501271DF34C7}"/>
          </ac:spMkLst>
        </pc:spChg>
        <pc:spChg chg="mod topLvl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30" creationId="{711590D0-5D65-23C7-EA1F-1FBA41D3253C}"/>
          </ac:spMkLst>
        </pc:spChg>
        <pc:spChg chg="mod topLvl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32" creationId="{9885CA19-3A44-859A-7623-C03BA175E730}"/>
          </ac:spMkLst>
        </pc:spChg>
        <pc:spChg chg="mod topLvl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34" creationId="{A5D05115-50D8-1AD5-AA9A-8A9322EB031C}"/>
          </ac:spMkLst>
        </pc:spChg>
        <pc:spChg chg="mod topLvl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36" creationId="{22BDE168-973E-B2E8-5235-2F971A994ADA}"/>
          </ac:spMkLst>
        </pc:spChg>
        <pc:spChg chg="mod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38" creationId="{598812AD-4829-530F-0BDA-665DF29A3D07}"/>
          </ac:spMkLst>
        </pc:spChg>
        <pc:spChg chg="mod">
          <ac:chgData name="Sarah Mittenentzwei" userId="4c45fc55-9cb4-45f8-ace2-eddd3f5a34a7" providerId="ADAL" clId="{833720A7-4F93-4279-A854-84F525683C77}" dt="2026-10-19T14:17:15.240" v="6937" actId="164"/>
          <ac:spMkLst>
            <pc:docMk/>
            <pc:sldMk cId="510388429" sldId="372"/>
            <ac:spMk id="40" creationId="{BA44C5DC-0598-ECA5-671C-443F3C957AAF}"/>
          </ac:spMkLst>
        </pc:spChg>
        <pc:spChg chg="del mod topLvl">
          <ac:chgData name="Sarah Mittenentzwei" userId="4c45fc55-9cb4-45f8-ace2-eddd3f5a34a7" providerId="ADAL" clId="{833720A7-4F93-4279-A854-84F525683C77}" dt="2026-10-19T14:17:05.908" v="6935" actId="478"/>
          <ac:spMkLst>
            <pc:docMk/>
            <pc:sldMk cId="510388429" sldId="372"/>
            <ac:spMk id="41" creationId="{0EFEB4F7-7DD2-BB9F-3D5A-CD14DF8F4AAE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44" creationId="{456BAF7E-7256-0277-51F2-49F08862BFC4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45" creationId="{9F72CF86-DCE7-A0B7-0072-181F87684EC9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47" creationId="{BB15A639-234A-6B5C-4F7D-099021BED34B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49" creationId="{71934D8B-2A96-E2D8-9C9D-17BC6BE8C58D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56" creationId="{9EC867B4-2991-1367-7D39-C91FE78FECB7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57" creationId="{0D6F4B6E-C1DD-4DB3-331C-F0FDC55D2AFB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60" creationId="{CDC4A516-9305-9C26-EE4A-46908F5431F5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62" creationId="{558F450F-5F0C-14CF-FDBB-0EB1854CBFDA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64" creationId="{6C44F197-7A18-1556-F9A6-6A7BBB61B4CE}"/>
          </ac:spMkLst>
        </pc:spChg>
        <pc:spChg chg="mod">
          <ac:chgData name="Sarah Mittenentzwei" userId="4c45fc55-9cb4-45f8-ace2-eddd3f5a34a7" providerId="ADAL" clId="{833720A7-4F93-4279-A854-84F525683C77}" dt="2026-10-19T14:16:45.540" v="6930"/>
          <ac:spMkLst>
            <pc:docMk/>
            <pc:sldMk cId="510388429" sldId="372"/>
            <ac:spMk id="68" creationId="{E8ABCC28-694C-8067-0F0A-8C177D92B603}"/>
          </ac:spMkLst>
        </pc:spChg>
        <pc:grpChg chg="mod">
          <ac:chgData name="Sarah Mittenentzwei" userId="4c45fc55-9cb4-45f8-ace2-eddd3f5a34a7" providerId="ADAL" clId="{833720A7-4F93-4279-A854-84F525683C77}" dt="2026-10-19T14:16:49.477" v="6932" actId="1076"/>
          <ac:grpSpMkLst>
            <pc:docMk/>
            <pc:sldMk cId="510388429" sldId="372"/>
            <ac:grpSpMk id="14" creationId="{0D14CED8-9C3D-EC2E-825F-725893AD4734}"/>
          </ac:grpSpMkLst>
        </pc:grpChg>
        <pc:grpChg chg="del mod">
          <ac:chgData name="Sarah Mittenentzwei" userId="4c45fc55-9cb4-45f8-ace2-eddd3f5a34a7" providerId="ADAL" clId="{833720A7-4F93-4279-A854-84F525683C77}" dt="2026-10-19T14:17:07.524" v="6936" actId="478"/>
          <ac:grpSpMkLst>
            <pc:docMk/>
            <pc:sldMk cId="510388429" sldId="372"/>
            <ac:grpSpMk id="42" creationId="{3089A743-3050-7C61-E850-ADBBE6990B27}"/>
          </ac:grpSpMkLst>
        </pc:grpChg>
        <pc:grpChg chg="add mod">
          <ac:chgData name="Sarah Mittenentzwei" userId="4c45fc55-9cb4-45f8-ace2-eddd3f5a34a7" providerId="ADAL" clId="{833720A7-4F93-4279-A854-84F525683C77}" dt="2026-10-19T14:18:57.641" v="6972" actId="1035"/>
          <ac:grpSpMkLst>
            <pc:docMk/>
            <pc:sldMk cId="510388429" sldId="372"/>
            <ac:grpSpMk id="70" creationId="{2F534FC1-2F75-DACA-6BBF-C9F9A22D0A4C}"/>
          </ac:grpSpMkLst>
        </pc:grpChg>
        <pc:grpChg chg="add mod">
          <ac:chgData name="Sarah Mittenentzwei" userId="4c45fc55-9cb4-45f8-ace2-eddd3f5a34a7" providerId="ADAL" clId="{833720A7-4F93-4279-A854-84F525683C77}" dt="2026-10-19T14:18:57.641" v="6972" actId="1035"/>
          <ac:grpSpMkLst>
            <pc:docMk/>
            <pc:sldMk cId="510388429" sldId="372"/>
            <ac:grpSpMk id="71" creationId="{99556A03-27E4-7281-E188-EA876FD7285C}"/>
          </ac:grpSpMkLst>
        </pc:grpChg>
        <pc:picChg chg="add mod ord">
          <ac:chgData name="Sarah Mittenentzwei" userId="4c45fc55-9cb4-45f8-ace2-eddd3f5a34a7" providerId="ADAL" clId="{833720A7-4F93-4279-A854-84F525683C77}" dt="2026-10-19T14:18:57.641" v="6972" actId="1035"/>
          <ac:picMkLst>
            <pc:docMk/>
            <pc:sldMk cId="510388429" sldId="372"/>
            <ac:picMk id="6" creationId="{A6A8AA3B-2B53-28E7-1E33-16F9E1F9FA4A}"/>
          </ac:picMkLst>
        </pc:picChg>
        <pc:picChg chg="add del mod ord">
          <ac:chgData name="Sarah Mittenentzwei" userId="4c45fc55-9cb4-45f8-ace2-eddd3f5a34a7" providerId="ADAL" clId="{833720A7-4F93-4279-A854-84F525683C77}" dt="2026-10-19T14:15:20.814" v="6915" actId="931"/>
          <ac:picMkLst>
            <pc:docMk/>
            <pc:sldMk cId="510388429" sldId="372"/>
            <ac:picMk id="8" creationId="{ADD2C696-8327-0FBC-BA4D-1F92A8C86E0D}"/>
          </ac:picMkLst>
        </pc:picChg>
        <pc:picChg chg="add mod">
          <ac:chgData name="Sarah Mittenentzwei" userId="4c45fc55-9cb4-45f8-ace2-eddd3f5a34a7" providerId="ADAL" clId="{833720A7-4F93-4279-A854-84F525683C77}" dt="2026-10-19T14:18:57.641" v="6972" actId="1035"/>
          <ac:picMkLst>
            <pc:docMk/>
            <pc:sldMk cId="510388429" sldId="372"/>
            <ac:picMk id="11" creationId="{6BEFCFEB-9765-491F-9B18-91633BF5D9AF}"/>
          </ac:picMkLst>
        </pc:picChg>
        <pc:picChg chg="add mod">
          <ac:chgData name="Sarah Mittenentzwei" userId="4c45fc55-9cb4-45f8-ace2-eddd3f5a34a7" providerId="ADAL" clId="{833720A7-4F93-4279-A854-84F525683C77}" dt="2026-10-19T14:18:57.641" v="6972" actId="1035"/>
          <ac:picMkLst>
            <pc:docMk/>
            <pc:sldMk cId="510388429" sldId="372"/>
            <ac:picMk id="13" creationId="{FD35EFC1-3082-1491-283A-84D23D304778}"/>
          </ac:picMkLst>
        </pc:picChg>
        <pc:cxnChg chg="mod">
          <ac:chgData name="Sarah Mittenentzwei" userId="4c45fc55-9cb4-45f8-ace2-eddd3f5a34a7" providerId="ADAL" clId="{833720A7-4F93-4279-A854-84F525683C77}" dt="2026-10-19T14:17:25.342" v="6939" actId="164"/>
          <ac:cxnSpMkLst>
            <pc:docMk/>
            <pc:sldMk cId="510388429" sldId="372"/>
            <ac:cxnSpMk id="24" creationId="{64B70A04-CBEC-3716-2274-F746C416698F}"/>
          </ac:cxnSpMkLst>
        </pc:cxnChg>
        <pc:cxnChg chg="mod">
          <ac:chgData name="Sarah Mittenentzwei" userId="4c45fc55-9cb4-45f8-ace2-eddd3f5a34a7" providerId="ADAL" clId="{833720A7-4F93-4279-A854-84F525683C77}" dt="2026-10-19T14:17:15.240" v="6937" actId="164"/>
          <ac:cxnSpMkLst>
            <pc:docMk/>
            <pc:sldMk cId="510388429" sldId="372"/>
            <ac:cxnSpMk id="31" creationId="{5E33A516-6695-C0E3-594C-30F422B0816D}"/>
          </ac:cxnSpMkLst>
        </pc:cxnChg>
      </pc:sldChg>
      <pc:sldChg chg="addSp delSp modSp new mod modClrScheme modAnim chgLayout">
        <pc:chgData name="Sarah Mittenentzwei" userId="4c45fc55-9cb4-45f8-ace2-eddd3f5a34a7" providerId="ADAL" clId="{833720A7-4F93-4279-A854-84F525683C77}" dt="2026-10-19T14:07:05.083" v="6908"/>
        <pc:sldMkLst>
          <pc:docMk/>
          <pc:sldMk cId="1554966442" sldId="373"/>
        </pc:sldMkLst>
        <pc:spChg chg="mod ord">
          <ac:chgData name="Sarah Mittenentzwei" userId="4c45fc55-9cb4-45f8-ace2-eddd3f5a34a7" providerId="ADAL" clId="{833720A7-4F93-4279-A854-84F525683C77}" dt="2026-10-19T14:06:05.325" v="6889" actId="700"/>
          <ac:spMkLst>
            <pc:docMk/>
            <pc:sldMk cId="1554966442" sldId="373"/>
            <ac:spMk id="2" creationId="{FFFA3C25-E54E-670A-8BC2-A94176643181}"/>
          </ac:spMkLst>
        </pc:spChg>
        <pc:spChg chg="del">
          <ac:chgData name="Sarah Mittenentzwei" userId="4c45fc55-9cb4-45f8-ace2-eddd3f5a34a7" providerId="ADAL" clId="{833720A7-4F93-4279-A854-84F525683C77}" dt="2026-10-19T14:03:04.338" v="6869" actId="700"/>
          <ac:spMkLst>
            <pc:docMk/>
            <pc:sldMk cId="1554966442" sldId="373"/>
            <ac:spMk id="3" creationId="{29DB1917-BE0E-EBD3-9919-9ACBE44837FB}"/>
          </ac:spMkLst>
        </pc:spChg>
        <pc:spChg chg="del">
          <ac:chgData name="Sarah Mittenentzwei" userId="4c45fc55-9cb4-45f8-ace2-eddd3f5a34a7" providerId="ADAL" clId="{833720A7-4F93-4279-A854-84F525683C77}" dt="2026-10-19T14:03:04.338" v="6869" actId="700"/>
          <ac:spMkLst>
            <pc:docMk/>
            <pc:sldMk cId="1554966442" sldId="373"/>
            <ac:spMk id="4" creationId="{1B766C28-0B07-E6C7-EDC8-B750736DEF6F}"/>
          </ac:spMkLst>
        </pc:spChg>
        <pc:spChg chg="add mod ord">
          <ac:chgData name="Sarah Mittenentzwei" userId="4c45fc55-9cb4-45f8-ace2-eddd3f5a34a7" providerId="ADAL" clId="{833720A7-4F93-4279-A854-84F525683C77}" dt="2026-10-19T14:06:43.160" v="6906" actId="14100"/>
          <ac:spMkLst>
            <pc:docMk/>
            <pc:sldMk cId="1554966442" sldId="373"/>
            <ac:spMk id="11" creationId="{581FB456-AEDB-01B0-074D-0EA9A850380A}"/>
          </ac:spMkLst>
        </pc:spChg>
        <pc:picChg chg="add mod">
          <ac:chgData name="Sarah Mittenentzwei" userId="4c45fc55-9cb4-45f8-ace2-eddd3f5a34a7" providerId="ADAL" clId="{833720A7-4F93-4279-A854-84F525683C77}" dt="2026-10-19T14:04:53.427" v="6888" actId="1038"/>
          <ac:picMkLst>
            <pc:docMk/>
            <pc:sldMk cId="1554966442" sldId="373"/>
            <ac:picMk id="6" creationId="{1F217E33-6122-D56A-463D-ADF8BD77F05E}"/>
          </ac:picMkLst>
        </pc:picChg>
        <pc:picChg chg="add mod">
          <ac:chgData name="Sarah Mittenentzwei" userId="4c45fc55-9cb4-45f8-ace2-eddd3f5a34a7" providerId="ADAL" clId="{833720A7-4F93-4279-A854-84F525683C77}" dt="2026-10-19T14:04:53.427" v="6888" actId="1038"/>
          <ac:picMkLst>
            <pc:docMk/>
            <pc:sldMk cId="1554966442" sldId="373"/>
            <ac:picMk id="8" creationId="{0875B8D1-8789-D388-0EBA-0D332D53553A}"/>
          </ac:picMkLst>
        </pc:picChg>
        <pc:picChg chg="add mod">
          <ac:chgData name="Sarah Mittenentzwei" userId="4c45fc55-9cb4-45f8-ace2-eddd3f5a34a7" providerId="ADAL" clId="{833720A7-4F93-4279-A854-84F525683C77}" dt="2026-10-19T14:04:53.427" v="6888" actId="1038"/>
          <ac:picMkLst>
            <pc:docMk/>
            <pc:sldMk cId="1554966442" sldId="373"/>
            <ac:picMk id="10" creationId="{49295600-0757-58A5-C489-FC460F45D7A7}"/>
          </ac:picMkLst>
        </pc:picChg>
      </pc:sldChg>
      <pc:sldChg chg="addSp delSp modSp new mod modClrScheme chgLayout">
        <pc:chgData name="Sarah Mittenentzwei" userId="4c45fc55-9cb4-45f8-ace2-eddd3f5a34a7" providerId="ADAL" clId="{833720A7-4F93-4279-A854-84F525683C77}" dt="2026-10-20T10:51:06.697" v="7055" actId="1035"/>
        <pc:sldMkLst>
          <pc:docMk/>
          <pc:sldMk cId="2580283445" sldId="374"/>
        </pc:sldMkLst>
        <pc:spChg chg="del mod ord">
          <ac:chgData name="Sarah Mittenentzwei" userId="4c45fc55-9cb4-45f8-ace2-eddd3f5a34a7" providerId="ADAL" clId="{833720A7-4F93-4279-A854-84F525683C77}" dt="2026-10-20T10:50:38.353" v="7035" actId="700"/>
          <ac:spMkLst>
            <pc:docMk/>
            <pc:sldMk cId="2580283445" sldId="374"/>
            <ac:spMk id="2" creationId="{885C3610-DF40-C0B5-F670-5D14A836B793}"/>
          </ac:spMkLst>
        </pc:spChg>
        <pc:spChg chg="add mod ord">
          <ac:chgData name="Sarah Mittenentzwei" userId="4c45fc55-9cb4-45f8-ace2-eddd3f5a34a7" providerId="ADAL" clId="{833720A7-4F93-4279-A854-84F525683C77}" dt="2026-10-20T10:51:06.697" v="7055" actId="1035"/>
          <ac:spMkLst>
            <pc:docMk/>
            <pc:sldMk cId="2580283445" sldId="374"/>
            <ac:spMk id="7" creationId="{7C6E4EEC-B380-8752-D2B7-696BB63B828B}"/>
          </ac:spMkLst>
        </pc:spChg>
        <pc:spChg chg="add mod ord">
          <ac:chgData name="Sarah Mittenentzwei" userId="4c45fc55-9cb4-45f8-ace2-eddd3f5a34a7" providerId="ADAL" clId="{833720A7-4F93-4279-A854-84F525683C77}" dt="2026-10-20T10:50:38.353" v="7035" actId="700"/>
          <ac:spMkLst>
            <pc:docMk/>
            <pc:sldMk cId="2580283445" sldId="374"/>
            <ac:spMk id="8" creationId="{3427AF87-D1DC-0FF1-49F4-67A8EC7158E0}"/>
          </ac:spMkLst>
        </pc:spChg>
        <pc:picChg chg="add del mod">
          <ac:chgData name="Sarah Mittenentzwei" userId="4c45fc55-9cb4-45f8-ace2-eddd3f5a34a7" providerId="ADAL" clId="{833720A7-4F93-4279-A854-84F525683C77}" dt="2026-10-20T10:49:56.601" v="7031" actId="478"/>
          <ac:picMkLst>
            <pc:docMk/>
            <pc:sldMk cId="2580283445" sldId="374"/>
            <ac:picMk id="4" creationId="{38FA6C6E-BDBF-E97F-2991-CB6146D84CC5}"/>
          </ac:picMkLst>
        </pc:picChg>
        <pc:picChg chg="add mod ord">
          <ac:chgData name="Sarah Mittenentzwei" userId="4c45fc55-9cb4-45f8-ace2-eddd3f5a34a7" providerId="ADAL" clId="{833720A7-4F93-4279-A854-84F525683C77}" dt="2026-10-20T10:50:42.579" v="7036" actId="167"/>
          <ac:picMkLst>
            <pc:docMk/>
            <pc:sldMk cId="2580283445" sldId="374"/>
            <ac:picMk id="6" creationId="{87A2FE18-47D7-B89B-3E06-CFB04AA2289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BB-4451-8AA8-41CF7169D8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B050"/>
              </a:solidFill>
              <a:ln w="9525" cap="flat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BB-4451-8AA8-41CF7169D8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Gamma</c:v>
                </c:pt>
              </c:strCache>
            </c:strRef>
          </c:tx>
          <c:spPr>
            <a:ln w="25400" cap="flat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BB-4451-8AA8-41CF7169D8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6BB-4451-8AA8-41CF7169D84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7030A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7030A0"/>
              </a:solidFill>
              <a:ln w="9525" cap="flat">
                <a:solidFill>
                  <a:srgbClr val="7030A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6BB-4451-8AA8-41CF7169D84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00B0F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B0F0"/>
              </a:solidFill>
              <a:ln w="9525" cap="flat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6BB-4451-8AA8-41CF7169D84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Users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de-D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05-4614-B65E-CCB93314E5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05-4614-B65E-CCB93314E5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Gamma</c:v>
                </c:pt>
              </c:strCache>
            </c:strRef>
          </c:tx>
          <c:spPr>
            <a:ln w="25400" cap="flat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05-4614-B65E-CCB93314E5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05-4614-B65E-CCB93314E50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7030A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E05-4614-B65E-CCB93314E50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00B0F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E05-4614-B65E-CCB93314E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Users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de-D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BD-47C6-9566-F7B0AE6A78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BD-47C6-9566-F7B0AE6A78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BD-47C6-9566-F7B0AE6A78F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3BD-47C6-9566-F7B0AE6A78F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3BD-47C6-9566-F7B0AE6A7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Gamma</c:v>
                </c:pt>
              </c:strCache>
            </c:strRef>
          </c:tx>
          <c:spPr>
            <a:ln w="508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3BD-47C6-9566-F7B0AE6A78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Users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de-D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49-49E0-8F4E-D225F2BDD6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49-49E0-8F4E-D225F2BDD6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49-49E0-8F4E-D225F2BDD6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B49-49E0-8F4E-D225F2BDD6A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B49-49E0-8F4E-D225F2BDD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Gamma</c:v>
                </c:pt>
              </c:strCache>
            </c:strRef>
          </c:tx>
          <c:spPr>
            <a:ln w="508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B49-49E0-8F4E-D225F2BDD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Users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C-48CB-9443-7D41BBBE7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C-48CB-9443-7D41BBBE74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4C-48CB-9443-7D41BBBE743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D4C-48CB-9443-7D41BBBE743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D4C-48CB-9443-7D41BBBE7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Gamma</c:v>
                </c:pt>
              </c:strCache>
            </c:strRef>
          </c:tx>
          <c:spPr>
            <a:ln w="508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D4C-48CB-9443-7D41BBBE7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C-48CB-9443-7D41BBBE7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C-48CB-9443-7D41BBBE74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4C-48CB-9443-7D41BBBE743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D4C-48CB-9443-7D41BBBE743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9AA5B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D4C-48CB-9443-7D41BBBE7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Gamma</c:v>
                </c:pt>
              </c:strCache>
            </c:strRef>
          </c:tx>
          <c:spPr>
            <a:ln w="508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D4C-48CB-9443-7D41BBBE7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"/>
          <c:y val="0.2"/>
          <c:w val="0.7"/>
          <c:h val="0.6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ln w="25400" cap="flat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</c:v>
                </c:pt>
                <c:pt idx="1">
                  <c:v>54</c:v>
                </c:pt>
                <c:pt idx="2">
                  <c:v>55</c:v>
                </c:pt>
                <c:pt idx="3">
                  <c:v>57</c:v>
                </c:pt>
                <c:pt idx="4">
                  <c:v>58</c:v>
                </c:pt>
                <c:pt idx="5">
                  <c:v>60</c:v>
                </c:pt>
                <c:pt idx="6">
                  <c:v>61</c:v>
                </c:pt>
                <c:pt idx="7">
                  <c:v>63</c:v>
                </c:pt>
                <c:pt idx="8">
                  <c:v>64</c:v>
                </c:pt>
                <c:pt idx="9">
                  <c:v>66</c:v>
                </c:pt>
                <c:pt idx="10">
                  <c:v>67</c:v>
                </c:pt>
                <c:pt idx="11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CD-44CB-854D-A6267C5B85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ln w="25400" cap="flat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B050"/>
              </a:solidFill>
              <a:ln w="9525" cap="flat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</c:v>
                </c:pt>
                <c:pt idx="1">
                  <c:v>49</c:v>
                </c:pt>
                <c:pt idx="2">
                  <c:v>47</c:v>
                </c:pt>
                <c:pt idx="3">
                  <c:v>48</c:v>
                </c:pt>
                <c:pt idx="4">
                  <c:v>50</c:v>
                </c:pt>
                <c:pt idx="5">
                  <c:v>49</c:v>
                </c:pt>
                <c:pt idx="6">
                  <c:v>51</c:v>
                </c:pt>
                <c:pt idx="7">
                  <c:v>50</c:v>
                </c:pt>
                <c:pt idx="8">
                  <c:v>52</c:v>
                </c:pt>
                <c:pt idx="9">
                  <c:v>51</c:v>
                </c:pt>
                <c:pt idx="10">
                  <c:v>53</c:v>
                </c:pt>
                <c:pt idx="11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CD-44CB-854D-A6267C5B85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Gamma</c:v>
                </c:pt>
              </c:strCache>
            </c:strRef>
          </c:tx>
          <c:spPr>
            <a:ln w="25400" cap="flat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48</c:v>
                </c:pt>
                <c:pt idx="6">
                  <c:v>56</c:v>
                </c:pt>
                <c:pt idx="7">
                  <c:v>66</c:v>
                </c:pt>
                <c:pt idx="8">
                  <c:v>75</c:v>
                </c:pt>
                <c:pt idx="9">
                  <c:v>84</c:v>
                </c:pt>
                <c:pt idx="10">
                  <c:v>92</c:v>
                </c:pt>
                <c:pt idx="11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CD-44CB-854D-A6267C5B85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Delta</c:v>
                </c:pt>
              </c:strCache>
            </c:strRef>
          </c:tx>
          <c:spPr>
            <a:ln w="25400" cap="flat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40</c:v>
                </c:pt>
                <c:pt idx="1">
                  <c:v>39</c:v>
                </c:pt>
                <c:pt idx="2">
                  <c:v>41</c:v>
                </c:pt>
                <c:pt idx="3">
                  <c:v>40</c:v>
                </c:pt>
                <c:pt idx="4">
                  <c:v>38</c:v>
                </c:pt>
                <c:pt idx="5">
                  <c:v>39</c:v>
                </c:pt>
                <c:pt idx="6">
                  <c:v>37</c:v>
                </c:pt>
                <c:pt idx="7">
                  <c:v>38</c:v>
                </c:pt>
                <c:pt idx="8">
                  <c:v>36</c:v>
                </c:pt>
                <c:pt idx="9">
                  <c:v>37</c:v>
                </c:pt>
                <c:pt idx="10">
                  <c:v>35</c:v>
                </c:pt>
                <c:pt idx="11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9CD-44CB-854D-A6267C5B85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Epsilon</c:v>
                </c:pt>
              </c:strCache>
            </c:strRef>
          </c:tx>
          <c:spPr>
            <a:ln w="25400" cap="flat">
              <a:solidFill>
                <a:srgbClr val="7030A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7030A0"/>
              </a:solidFill>
              <a:ln w="9525" cap="flat">
                <a:solidFill>
                  <a:srgbClr val="7030A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22</c:v>
                </c:pt>
                <c:pt idx="1">
                  <c:v>22</c:v>
                </c:pt>
                <c:pt idx="2">
                  <c:v>23</c:v>
                </c:pt>
                <c:pt idx="3">
                  <c:v>23</c:v>
                </c:pt>
                <c:pt idx="4">
                  <c:v>24</c:v>
                </c:pt>
                <c:pt idx="5">
                  <c:v>24</c:v>
                </c:pt>
                <c:pt idx="6">
                  <c:v>24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  <c:pt idx="11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9CD-44CB-854D-A6267C5B853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Zeta</c:v>
                </c:pt>
              </c:strCache>
            </c:strRef>
          </c:tx>
          <c:spPr>
            <a:ln w="25400" cap="flat">
              <a:solidFill>
                <a:srgbClr val="00B0F0"/>
              </a:solidFill>
              <a:prstDash val="solid"/>
              <a:round/>
            </a:ln>
            <a:effectLst/>
          </c:spPr>
          <c:marker>
            <c:symbol val="diamond"/>
            <c:size val="8"/>
            <c:spPr>
              <a:solidFill>
                <a:srgbClr val="00B0F0"/>
              </a:solidFill>
              <a:ln w="9525" cap="flat">
                <a:solidFill>
                  <a:srgbClr val="00B0F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15</c:v>
                </c:pt>
                <c:pt idx="1">
                  <c:v>16</c:v>
                </c:pt>
                <c:pt idx="2">
                  <c:v>14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18</c:v>
                </c:pt>
                <c:pt idx="7">
                  <c:v>17</c:v>
                </c:pt>
                <c:pt idx="8">
                  <c:v>16</c:v>
                </c:pt>
                <c:pt idx="9">
                  <c:v>18</c:v>
                </c:pt>
                <c:pt idx="10">
                  <c:v>17</c:v>
                </c:pt>
                <c:pt idx="11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9CD-44CB-854D-A6267C5B853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Arial"/>
                  </a:defRPr>
                </a:pPr>
                <a:r>
                  <a:rPr lang="da-DK" sz="1100" b="0" i="0" u="none" strike="noStrike">
                    <a:solidFill>
                      <a:srgbClr val="1F2933"/>
                    </a:solidFill>
                    <a:latin typeface="Arial"/>
                  </a:rPr>
                  <a:t>Users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de-DE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de-DE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0673C4-7F2B-4749-9C02-E90C42C667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7ED1FA6-DBBF-46A3-B040-E70C85AC29B1}">
      <dgm:prSet/>
      <dgm:spPr/>
      <dgm:t>
        <a:bodyPr/>
        <a:lstStyle/>
        <a:p>
          <a:r>
            <a:rPr lang="da-DK" b="1" dirty="0"/>
            <a:t>WHY</a:t>
          </a:r>
          <a:r>
            <a:rPr lang="da-DK" dirty="0"/>
            <a:t> do I </a:t>
          </a:r>
          <a:r>
            <a:rPr lang="da-DK" dirty="0" err="1"/>
            <a:t>make</a:t>
          </a:r>
          <a:r>
            <a:rPr lang="da-DK" dirty="0"/>
            <a:t> a </a:t>
          </a:r>
          <a:r>
            <a:rPr lang="da-DK" dirty="0" err="1"/>
            <a:t>chart</a:t>
          </a:r>
          <a:r>
            <a:rPr lang="da-DK" dirty="0"/>
            <a:t>?</a:t>
          </a:r>
          <a:endParaRPr lang="en-US" dirty="0"/>
        </a:p>
      </dgm:t>
    </dgm:pt>
    <dgm:pt modelId="{530ED8F4-BFF6-404C-829C-2A0115501719}" type="parTrans" cxnId="{FB61D73E-1D58-4633-9D6C-83E3BDC2425A}">
      <dgm:prSet/>
      <dgm:spPr/>
      <dgm:t>
        <a:bodyPr/>
        <a:lstStyle/>
        <a:p>
          <a:endParaRPr lang="en-US"/>
        </a:p>
      </dgm:t>
    </dgm:pt>
    <dgm:pt modelId="{636E5E24-8F76-47A4-9234-D1E78C97113A}" type="sibTrans" cxnId="{FB61D73E-1D58-4633-9D6C-83E3BDC2425A}">
      <dgm:prSet/>
      <dgm:spPr/>
      <dgm:t>
        <a:bodyPr/>
        <a:lstStyle/>
        <a:p>
          <a:endParaRPr lang="en-US"/>
        </a:p>
      </dgm:t>
    </dgm:pt>
    <dgm:pt modelId="{0F03C07A-3B05-4341-AC8D-9D3AEFA97220}">
      <dgm:prSet/>
      <dgm:spPr/>
      <dgm:t>
        <a:bodyPr/>
        <a:lstStyle/>
        <a:p>
          <a:r>
            <a:rPr lang="da-DK" b="1" dirty="0"/>
            <a:t>WHAT</a:t>
          </a:r>
          <a:r>
            <a:rPr lang="da-DK" dirty="0"/>
            <a:t> do I </a:t>
          </a:r>
          <a:r>
            <a:rPr lang="da-DK" dirty="0" err="1"/>
            <a:t>want</a:t>
          </a:r>
          <a:r>
            <a:rPr lang="da-DK" dirty="0"/>
            <a:t> the </a:t>
          </a:r>
          <a:r>
            <a:rPr lang="da-DK" dirty="0" err="1"/>
            <a:t>audience</a:t>
          </a:r>
          <a:r>
            <a:rPr lang="da-DK" dirty="0"/>
            <a:t> to </a:t>
          </a:r>
          <a:r>
            <a:rPr lang="da-DK" dirty="0" err="1"/>
            <a:t>get</a:t>
          </a:r>
          <a:r>
            <a:rPr lang="da-DK" dirty="0"/>
            <a:t> from </a:t>
          </a:r>
          <a:r>
            <a:rPr lang="da-DK" dirty="0" err="1"/>
            <a:t>my</a:t>
          </a:r>
          <a:r>
            <a:rPr lang="da-DK" dirty="0"/>
            <a:t> </a:t>
          </a:r>
          <a:r>
            <a:rPr lang="da-DK" dirty="0" err="1"/>
            <a:t>chart</a:t>
          </a:r>
          <a:r>
            <a:rPr lang="da-DK" dirty="0"/>
            <a:t>?</a:t>
          </a:r>
          <a:endParaRPr lang="en-US" dirty="0"/>
        </a:p>
      </dgm:t>
    </dgm:pt>
    <dgm:pt modelId="{1A732FB5-4A3A-41DD-8DF4-0C0D5091183A}" type="parTrans" cxnId="{25847BF3-7479-49AB-95EB-E393932CB7BF}">
      <dgm:prSet/>
      <dgm:spPr/>
      <dgm:t>
        <a:bodyPr/>
        <a:lstStyle/>
        <a:p>
          <a:endParaRPr lang="en-US"/>
        </a:p>
      </dgm:t>
    </dgm:pt>
    <dgm:pt modelId="{D47593B0-41AD-4BE9-BF6A-B2BABF4E9F7D}" type="sibTrans" cxnId="{25847BF3-7479-49AB-95EB-E393932CB7BF}">
      <dgm:prSet/>
      <dgm:spPr/>
      <dgm:t>
        <a:bodyPr/>
        <a:lstStyle/>
        <a:p>
          <a:endParaRPr lang="en-US"/>
        </a:p>
      </dgm:t>
    </dgm:pt>
    <dgm:pt modelId="{00E05A97-D299-4F39-AE93-9FACAED5DD5F}">
      <dgm:prSet/>
      <dgm:spPr/>
      <dgm:t>
        <a:bodyPr/>
        <a:lstStyle/>
        <a:p>
          <a:r>
            <a:rPr lang="da-DK" b="1" dirty="0"/>
            <a:t>WHO</a:t>
          </a:r>
          <a:r>
            <a:rPr lang="da-DK" dirty="0"/>
            <a:t> is </a:t>
          </a:r>
          <a:r>
            <a:rPr lang="da-DK" dirty="0" err="1"/>
            <a:t>my</a:t>
          </a:r>
          <a:r>
            <a:rPr lang="da-DK" dirty="0"/>
            <a:t> </a:t>
          </a:r>
          <a:r>
            <a:rPr lang="da-DK" dirty="0" err="1"/>
            <a:t>audience</a:t>
          </a:r>
          <a:r>
            <a:rPr lang="da-DK" dirty="0"/>
            <a:t>?</a:t>
          </a:r>
          <a:endParaRPr lang="en-US" dirty="0"/>
        </a:p>
      </dgm:t>
    </dgm:pt>
    <dgm:pt modelId="{0086A772-720B-474C-86C1-96A8B614CB44}" type="parTrans" cxnId="{B5DEE860-8D56-48BC-A0A8-C788798F7CF4}">
      <dgm:prSet/>
      <dgm:spPr/>
      <dgm:t>
        <a:bodyPr/>
        <a:lstStyle/>
        <a:p>
          <a:endParaRPr lang="en-US"/>
        </a:p>
      </dgm:t>
    </dgm:pt>
    <dgm:pt modelId="{5AA14B27-5A2D-4C34-8B4A-7962776D17EA}" type="sibTrans" cxnId="{B5DEE860-8D56-48BC-A0A8-C788798F7CF4}">
      <dgm:prSet/>
      <dgm:spPr/>
      <dgm:t>
        <a:bodyPr/>
        <a:lstStyle/>
        <a:p>
          <a:endParaRPr lang="en-US"/>
        </a:p>
      </dgm:t>
    </dgm:pt>
    <dgm:pt modelId="{723732D0-AE8B-4DBF-976A-1235AF80FD79}" type="pres">
      <dgm:prSet presAssocID="{FE0673C4-7F2B-4749-9C02-E90C42C667D8}" presName="root" presStyleCnt="0">
        <dgm:presLayoutVars>
          <dgm:dir/>
          <dgm:resizeHandles val="exact"/>
        </dgm:presLayoutVars>
      </dgm:prSet>
      <dgm:spPr/>
    </dgm:pt>
    <dgm:pt modelId="{FC239B1D-2F92-4C34-843A-7E28D09CC640}" type="pres">
      <dgm:prSet presAssocID="{F7ED1FA6-DBBF-46A3-B040-E70C85AC29B1}" presName="compNode" presStyleCnt="0"/>
      <dgm:spPr/>
    </dgm:pt>
    <dgm:pt modelId="{3B0A1271-5307-4489-855E-CE014AEE110D}" type="pres">
      <dgm:prSet presAssocID="{F7ED1FA6-DBBF-46A3-B040-E70C85AC29B1}" presName="bgRect" presStyleLbl="bgShp" presStyleIdx="0" presStyleCnt="3"/>
      <dgm:spPr/>
    </dgm:pt>
    <dgm:pt modelId="{3B26BAF7-28FC-4FD0-890F-3C0A7676EE09}" type="pres">
      <dgm:prSet presAssocID="{F7ED1FA6-DBBF-46A3-B040-E70C85AC29B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EDC09A-84A9-4693-942B-E7A27EB3CB26}" type="pres">
      <dgm:prSet presAssocID="{F7ED1FA6-DBBF-46A3-B040-E70C85AC29B1}" presName="spaceRect" presStyleCnt="0"/>
      <dgm:spPr/>
    </dgm:pt>
    <dgm:pt modelId="{E99E15EB-B71D-4DB7-99B5-D38F534CA81F}" type="pres">
      <dgm:prSet presAssocID="{F7ED1FA6-DBBF-46A3-B040-E70C85AC29B1}" presName="parTx" presStyleLbl="revTx" presStyleIdx="0" presStyleCnt="3">
        <dgm:presLayoutVars>
          <dgm:chMax val="0"/>
          <dgm:chPref val="0"/>
        </dgm:presLayoutVars>
      </dgm:prSet>
      <dgm:spPr/>
    </dgm:pt>
    <dgm:pt modelId="{579A51EE-11B2-4817-8C90-CB9F6031C775}" type="pres">
      <dgm:prSet presAssocID="{636E5E24-8F76-47A4-9234-D1E78C97113A}" presName="sibTrans" presStyleCnt="0"/>
      <dgm:spPr/>
    </dgm:pt>
    <dgm:pt modelId="{781E4EF2-AF80-4290-86A4-C5E1B3DE78CF}" type="pres">
      <dgm:prSet presAssocID="{0F03C07A-3B05-4341-AC8D-9D3AEFA97220}" presName="compNode" presStyleCnt="0"/>
      <dgm:spPr/>
    </dgm:pt>
    <dgm:pt modelId="{59E78B64-5DBA-4AFC-A771-663348BEED4B}" type="pres">
      <dgm:prSet presAssocID="{0F03C07A-3B05-4341-AC8D-9D3AEFA97220}" presName="bgRect" presStyleLbl="bgShp" presStyleIdx="1" presStyleCnt="3"/>
      <dgm:spPr/>
    </dgm:pt>
    <dgm:pt modelId="{AA8F5EDF-AEA6-41FD-830F-EB99D100FEEC}" type="pres">
      <dgm:prSet presAssocID="{0F03C07A-3B05-4341-AC8D-9D3AEFA97220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ea with solid fill"/>
        </a:ext>
      </dgm:extLst>
    </dgm:pt>
    <dgm:pt modelId="{C8680DB9-6325-4A52-81E1-31264857B156}" type="pres">
      <dgm:prSet presAssocID="{0F03C07A-3B05-4341-AC8D-9D3AEFA97220}" presName="spaceRect" presStyleCnt="0"/>
      <dgm:spPr/>
    </dgm:pt>
    <dgm:pt modelId="{47BC7171-05BE-4B6C-BB84-66FD23EC61CE}" type="pres">
      <dgm:prSet presAssocID="{0F03C07A-3B05-4341-AC8D-9D3AEFA97220}" presName="parTx" presStyleLbl="revTx" presStyleIdx="1" presStyleCnt="3">
        <dgm:presLayoutVars>
          <dgm:chMax val="0"/>
          <dgm:chPref val="0"/>
        </dgm:presLayoutVars>
      </dgm:prSet>
      <dgm:spPr/>
    </dgm:pt>
    <dgm:pt modelId="{3FF29305-4B9B-4E3A-B14C-0445D727F4E7}" type="pres">
      <dgm:prSet presAssocID="{D47593B0-41AD-4BE9-BF6A-B2BABF4E9F7D}" presName="sibTrans" presStyleCnt="0"/>
      <dgm:spPr/>
    </dgm:pt>
    <dgm:pt modelId="{7F02E166-8C10-4E34-B8CD-9E598A46C4C4}" type="pres">
      <dgm:prSet presAssocID="{00E05A97-D299-4F39-AE93-9FACAED5DD5F}" presName="compNode" presStyleCnt="0"/>
      <dgm:spPr/>
    </dgm:pt>
    <dgm:pt modelId="{05B41129-6148-45FE-895A-C7B25CB1D9B8}" type="pres">
      <dgm:prSet presAssocID="{00E05A97-D299-4F39-AE93-9FACAED5DD5F}" presName="bgRect" presStyleLbl="bgShp" presStyleIdx="2" presStyleCnt="3"/>
      <dgm:spPr/>
    </dgm:pt>
    <dgm:pt modelId="{89484C81-4013-4483-8378-BB87E7441588}" type="pres">
      <dgm:prSet presAssocID="{00E05A97-D299-4F39-AE93-9FACAED5DD5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D6D7617D-671F-4504-AE62-821DE7C6871F}" type="pres">
      <dgm:prSet presAssocID="{00E05A97-D299-4F39-AE93-9FACAED5DD5F}" presName="spaceRect" presStyleCnt="0"/>
      <dgm:spPr/>
    </dgm:pt>
    <dgm:pt modelId="{5E0F8A42-FBE6-4919-A2D0-42F537E84B5B}" type="pres">
      <dgm:prSet presAssocID="{00E05A97-D299-4F39-AE93-9FACAED5DD5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252BF19-C915-4374-AC9C-D55593A9630A}" type="presOf" srcId="{0F03C07A-3B05-4341-AC8D-9D3AEFA97220}" destId="{47BC7171-05BE-4B6C-BB84-66FD23EC61CE}" srcOrd="0" destOrd="0" presId="urn:microsoft.com/office/officeart/2018/2/layout/IconVerticalSolidList"/>
    <dgm:cxn modelId="{FB61D73E-1D58-4633-9D6C-83E3BDC2425A}" srcId="{FE0673C4-7F2B-4749-9C02-E90C42C667D8}" destId="{F7ED1FA6-DBBF-46A3-B040-E70C85AC29B1}" srcOrd="0" destOrd="0" parTransId="{530ED8F4-BFF6-404C-829C-2A0115501719}" sibTransId="{636E5E24-8F76-47A4-9234-D1E78C97113A}"/>
    <dgm:cxn modelId="{59F4EB5F-DA06-4984-A973-B25E1D2B5B9B}" type="presOf" srcId="{00E05A97-D299-4F39-AE93-9FACAED5DD5F}" destId="{5E0F8A42-FBE6-4919-A2D0-42F537E84B5B}" srcOrd="0" destOrd="0" presId="urn:microsoft.com/office/officeart/2018/2/layout/IconVerticalSolidList"/>
    <dgm:cxn modelId="{B5DEE860-8D56-48BC-A0A8-C788798F7CF4}" srcId="{FE0673C4-7F2B-4749-9C02-E90C42C667D8}" destId="{00E05A97-D299-4F39-AE93-9FACAED5DD5F}" srcOrd="2" destOrd="0" parTransId="{0086A772-720B-474C-86C1-96A8B614CB44}" sibTransId="{5AA14B27-5A2D-4C34-8B4A-7962776D17EA}"/>
    <dgm:cxn modelId="{4F02957A-0B9D-4614-8599-62B81EB524DD}" type="presOf" srcId="{F7ED1FA6-DBBF-46A3-B040-E70C85AC29B1}" destId="{E99E15EB-B71D-4DB7-99B5-D38F534CA81F}" srcOrd="0" destOrd="0" presId="urn:microsoft.com/office/officeart/2018/2/layout/IconVerticalSolidList"/>
    <dgm:cxn modelId="{84AFA59C-63F6-4AA6-811E-5096CAB1E787}" type="presOf" srcId="{FE0673C4-7F2B-4749-9C02-E90C42C667D8}" destId="{723732D0-AE8B-4DBF-976A-1235AF80FD79}" srcOrd="0" destOrd="0" presId="urn:microsoft.com/office/officeart/2018/2/layout/IconVerticalSolidList"/>
    <dgm:cxn modelId="{25847BF3-7479-49AB-95EB-E393932CB7BF}" srcId="{FE0673C4-7F2B-4749-9C02-E90C42C667D8}" destId="{0F03C07A-3B05-4341-AC8D-9D3AEFA97220}" srcOrd="1" destOrd="0" parTransId="{1A732FB5-4A3A-41DD-8DF4-0C0D5091183A}" sibTransId="{D47593B0-41AD-4BE9-BF6A-B2BABF4E9F7D}"/>
    <dgm:cxn modelId="{95169A6F-1D64-4E03-BFAB-C25BDF60E6FE}" type="presParOf" srcId="{723732D0-AE8B-4DBF-976A-1235AF80FD79}" destId="{FC239B1D-2F92-4C34-843A-7E28D09CC640}" srcOrd="0" destOrd="0" presId="urn:microsoft.com/office/officeart/2018/2/layout/IconVerticalSolidList"/>
    <dgm:cxn modelId="{AB8113B1-BA7D-43F8-A927-F3B5C3C7F8D8}" type="presParOf" srcId="{FC239B1D-2F92-4C34-843A-7E28D09CC640}" destId="{3B0A1271-5307-4489-855E-CE014AEE110D}" srcOrd="0" destOrd="0" presId="urn:microsoft.com/office/officeart/2018/2/layout/IconVerticalSolidList"/>
    <dgm:cxn modelId="{C9DEC492-F38F-44EC-AC0B-F20E3795F3DC}" type="presParOf" srcId="{FC239B1D-2F92-4C34-843A-7E28D09CC640}" destId="{3B26BAF7-28FC-4FD0-890F-3C0A7676EE09}" srcOrd="1" destOrd="0" presId="urn:microsoft.com/office/officeart/2018/2/layout/IconVerticalSolidList"/>
    <dgm:cxn modelId="{D1D02650-C78F-48EA-AF53-6BE938C74D71}" type="presParOf" srcId="{FC239B1D-2F92-4C34-843A-7E28D09CC640}" destId="{6BEDC09A-84A9-4693-942B-E7A27EB3CB26}" srcOrd="2" destOrd="0" presId="urn:microsoft.com/office/officeart/2018/2/layout/IconVerticalSolidList"/>
    <dgm:cxn modelId="{8191509E-20A8-4789-BFEE-53A2CE9EE110}" type="presParOf" srcId="{FC239B1D-2F92-4C34-843A-7E28D09CC640}" destId="{E99E15EB-B71D-4DB7-99B5-D38F534CA81F}" srcOrd="3" destOrd="0" presId="urn:microsoft.com/office/officeart/2018/2/layout/IconVerticalSolidList"/>
    <dgm:cxn modelId="{9F136C84-7496-42EB-A97E-957E60475D7E}" type="presParOf" srcId="{723732D0-AE8B-4DBF-976A-1235AF80FD79}" destId="{579A51EE-11B2-4817-8C90-CB9F6031C775}" srcOrd="1" destOrd="0" presId="urn:microsoft.com/office/officeart/2018/2/layout/IconVerticalSolidList"/>
    <dgm:cxn modelId="{B511A5A9-3695-4AA1-B247-8B07B65BA472}" type="presParOf" srcId="{723732D0-AE8B-4DBF-976A-1235AF80FD79}" destId="{781E4EF2-AF80-4290-86A4-C5E1B3DE78CF}" srcOrd="2" destOrd="0" presId="urn:microsoft.com/office/officeart/2018/2/layout/IconVerticalSolidList"/>
    <dgm:cxn modelId="{76C59397-3855-46CB-BA18-B3C0255D78EA}" type="presParOf" srcId="{781E4EF2-AF80-4290-86A4-C5E1B3DE78CF}" destId="{59E78B64-5DBA-4AFC-A771-663348BEED4B}" srcOrd="0" destOrd="0" presId="urn:microsoft.com/office/officeart/2018/2/layout/IconVerticalSolidList"/>
    <dgm:cxn modelId="{72C65A1F-E64C-4771-88F0-A5DA2DB8F79D}" type="presParOf" srcId="{781E4EF2-AF80-4290-86A4-C5E1B3DE78CF}" destId="{AA8F5EDF-AEA6-41FD-830F-EB99D100FEEC}" srcOrd="1" destOrd="0" presId="urn:microsoft.com/office/officeart/2018/2/layout/IconVerticalSolidList"/>
    <dgm:cxn modelId="{3666C693-80C1-498B-860E-1DC128872F46}" type="presParOf" srcId="{781E4EF2-AF80-4290-86A4-C5E1B3DE78CF}" destId="{C8680DB9-6325-4A52-81E1-31264857B156}" srcOrd="2" destOrd="0" presId="urn:microsoft.com/office/officeart/2018/2/layout/IconVerticalSolidList"/>
    <dgm:cxn modelId="{E1D0F9BA-6032-44F9-BE62-AE498552E3E3}" type="presParOf" srcId="{781E4EF2-AF80-4290-86A4-C5E1B3DE78CF}" destId="{47BC7171-05BE-4B6C-BB84-66FD23EC61CE}" srcOrd="3" destOrd="0" presId="urn:microsoft.com/office/officeart/2018/2/layout/IconVerticalSolidList"/>
    <dgm:cxn modelId="{9F05C201-EBD3-4E67-BE32-C00BB2F6F7A8}" type="presParOf" srcId="{723732D0-AE8B-4DBF-976A-1235AF80FD79}" destId="{3FF29305-4B9B-4E3A-B14C-0445D727F4E7}" srcOrd="3" destOrd="0" presId="urn:microsoft.com/office/officeart/2018/2/layout/IconVerticalSolidList"/>
    <dgm:cxn modelId="{130CD760-1353-413B-B850-952BF5E89C2D}" type="presParOf" srcId="{723732D0-AE8B-4DBF-976A-1235AF80FD79}" destId="{7F02E166-8C10-4E34-B8CD-9E598A46C4C4}" srcOrd="4" destOrd="0" presId="urn:microsoft.com/office/officeart/2018/2/layout/IconVerticalSolidList"/>
    <dgm:cxn modelId="{89E4239B-FD51-424A-8CF6-19261A5357EF}" type="presParOf" srcId="{7F02E166-8C10-4E34-B8CD-9E598A46C4C4}" destId="{05B41129-6148-45FE-895A-C7B25CB1D9B8}" srcOrd="0" destOrd="0" presId="urn:microsoft.com/office/officeart/2018/2/layout/IconVerticalSolidList"/>
    <dgm:cxn modelId="{A8E88090-42DE-4A87-A4C7-21A8B859A234}" type="presParOf" srcId="{7F02E166-8C10-4E34-B8CD-9E598A46C4C4}" destId="{89484C81-4013-4483-8378-BB87E7441588}" srcOrd="1" destOrd="0" presId="urn:microsoft.com/office/officeart/2018/2/layout/IconVerticalSolidList"/>
    <dgm:cxn modelId="{15147392-7C5B-46B4-BE1D-1663237D7CD5}" type="presParOf" srcId="{7F02E166-8C10-4E34-B8CD-9E598A46C4C4}" destId="{D6D7617D-671F-4504-AE62-821DE7C6871F}" srcOrd="2" destOrd="0" presId="urn:microsoft.com/office/officeart/2018/2/layout/IconVerticalSolidList"/>
    <dgm:cxn modelId="{028D47A8-FA16-424F-A065-2814D250F37C}" type="presParOf" srcId="{7F02E166-8C10-4E34-B8CD-9E598A46C4C4}" destId="{5E0F8A42-FBE6-4919-A2D0-42F537E84B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A1271-5307-4489-855E-CE014AEE110D}">
      <dsp:nvSpPr>
        <dsp:cNvPr id="0" name=""/>
        <dsp:cNvSpPr/>
      </dsp:nvSpPr>
      <dsp:spPr>
        <a:xfrm>
          <a:off x="0" y="446"/>
          <a:ext cx="10856671" cy="10447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6BAF7-28FC-4FD0-890F-3C0A7676EE09}">
      <dsp:nvSpPr>
        <dsp:cNvPr id="0" name=""/>
        <dsp:cNvSpPr/>
      </dsp:nvSpPr>
      <dsp:spPr>
        <a:xfrm>
          <a:off x="316043" y="235520"/>
          <a:ext cx="574625" cy="5746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rnd">
          <a:noFill/>
          <a:prstDash val="solid"/>
          <a:round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E15EB-B71D-4DB7-99B5-D38F534CA81F}">
      <dsp:nvSpPr>
        <dsp:cNvPr id="0" name=""/>
        <dsp:cNvSpPr/>
      </dsp:nvSpPr>
      <dsp:spPr>
        <a:xfrm>
          <a:off x="1206713" y="446"/>
          <a:ext cx="9649957" cy="1044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72" tIns="110572" rIns="110572" bIns="1105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b="1" kern="1200" dirty="0"/>
            <a:t>WHY</a:t>
          </a:r>
          <a:r>
            <a:rPr lang="da-DK" sz="2500" kern="1200" dirty="0"/>
            <a:t> do I </a:t>
          </a:r>
          <a:r>
            <a:rPr lang="da-DK" sz="2500" kern="1200" dirty="0" err="1"/>
            <a:t>make</a:t>
          </a:r>
          <a:r>
            <a:rPr lang="da-DK" sz="2500" kern="1200" dirty="0"/>
            <a:t> a </a:t>
          </a:r>
          <a:r>
            <a:rPr lang="da-DK" sz="2500" kern="1200" dirty="0" err="1"/>
            <a:t>chart</a:t>
          </a:r>
          <a:r>
            <a:rPr lang="da-DK" sz="2500" kern="1200" dirty="0"/>
            <a:t>?</a:t>
          </a:r>
          <a:endParaRPr lang="en-US" sz="2500" kern="1200" dirty="0"/>
        </a:p>
      </dsp:txBody>
      <dsp:txXfrm>
        <a:off x="1206713" y="446"/>
        <a:ext cx="9649957" cy="1044773"/>
      </dsp:txXfrm>
    </dsp:sp>
    <dsp:sp modelId="{59E78B64-5DBA-4AFC-A771-663348BEED4B}">
      <dsp:nvSpPr>
        <dsp:cNvPr id="0" name=""/>
        <dsp:cNvSpPr/>
      </dsp:nvSpPr>
      <dsp:spPr>
        <a:xfrm>
          <a:off x="0" y="1306413"/>
          <a:ext cx="10856671" cy="10447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8F5EDF-AEA6-41FD-830F-EB99D100FEEC}">
      <dsp:nvSpPr>
        <dsp:cNvPr id="0" name=""/>
        <dsp:cNvSpPr/>
      </dsp:nvSpPr>
      <dsp:spPr>
        <a:xfrm>
          <a:off x="316043" y="1541487"/>
          <a:ext cx="574625" cy="5746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rnd">
          <a:noFill/>
          <a:prstDash val="solid"/>
          <a:round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C7171-05BE-4B6C-BB84-66FD23EC61CE}">
      <dsp:nvSpPr>
        <dsp:cNvPr id="0" name=""/>
        <dsp:cNvSpPr/>
      </dsp:nvSpPr>
      <dsp:spPr>
        <a:xfrm>
          <a:off x="1206713" y="1306413"/>
          <a:ext cx="9649957" cy="1044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72" tIns="110572" rIns="110572" bIns="1105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b="1" kern="1200" dirty="0"/>
            <a:t>WHAT</a:t>
          </a:r>
          <a:r>
            <a:rPr lang="da-DK" sz="2500" kern="1200" dirty="0"/>
            <a:t> do I </a:t>
          </a:r>
          <a:r>
            <a:rPr lang="da-DK" sz="2500" kern="1200" dirty="0" err="1"/>
            <a:t>want</a:t>
          </a:r>
          <a:r>
            <a:rPr lang="da-DK" sz="2500" kern="1200" dirty="0"/>
            <a:t> the </a:t>
          </a:r>
          <a:r>
            <a:rPr lang="da-DK" sz="2500" kern="1200" dirty="0" err="1"/>
            <a:t>audience</a:t>
          </a:r>
          <a:r>
            <a:rPr lang="da-DK" sz="2500" kern="1200" dirty="0"/>
            <a:t> to </a:t>
          </a:r>
          <a:r>
            <a:rPr lang="da-DK" sz="2500" kern="1200" dirty="0" err="1"/>
            <a:t>get</a:t>
          </a:r>
          <a:r>
            <a:rPr lang="da-DK" sz="2500" kern="1200" dirty="0"/>
            <a:t> from </a:t>
          </a:r>
          <a:r>
            <a:rPr lang="da-DK" sz="2500" kern="1200" dirty="0" err="1"/>
            <a:t>my</a:t>
          </a:r>
          <a:r>
            <a:rPr lang="da-DK" sz="2500" kern="1200" dirty="0"/>
            <a:t> </a:t>
          </a:r>
          <a:r>
            <a:rPr lang="da-DK" sz="2500" kern="1200" dirty="0" err="1"/>
            <a:t>chart</a:t>
          </a:r>
          <a:r>
            <a:rPr lang="da-DK" sz="2500" kern="1200" dirty="0"/>
            <a:t>?</a:t>
          </a:r>
          <a:endParaRPr lang="en-US" sz="2500" kern="1200" dirty="0"/>
        </a:p>
      </dsp:txBody>
      <dsp:txXfrm>
        <a:off x="1206713" y="1306413"/>
        <a:ext cx="9649957" cy="1044773"/>
      </dsp:txXfrm>
    </dsp:sp>
    <dsp:sp modelId="{05B41129-6148-45FE-895A-C7B25CB1D9B8}">
      <dsp:nvSpPr>
        <dsp:cNvPr id="0" name=""/>
        <dsp:cNvSpPr/>
      </dsp:nvSpPr>
      <dsp:spPr>
        <a:xfrm>
          <a:off x="0" y="2612380"/>
          <a:ext cx="10856671" cy="10447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84C81-4013-4483-8378-BB87E7441588}">
      <dsp:nvSpPr>
        <dsp:cNvPr id="0" name=""/>
        <dsp:cNvSpPr/>
      </dsp:nvSpPr>
      <dsp:spPr>
        <a:xfrm>
          <a:off x="316043" y="2847454"/>
          <a:ext cx="574625" cy="5746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rnd">
          <a:noFill/>
          <a:prstDash val="solid"/>
          <a:round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F8A42-FBE6-4919-A2D0-42F537E84B5B}">
      <dsp:nvSpPr>
        <dsp:cNvPr id="0" name=""/>
        <dsp:cNvSpPr/>
      </dsp:nvSpPr>
      <dsp:spPr>
        <a:xfrm>
          <a:off x="1206713" y="2612380"/>
          <a:ext cx="9649957" cy="1044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72" tIns="110572" rIns="110572" bIns="1105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b="1" kern="1200" dirty="0"/>
            <a:t>WHO</a:t>
          </a:r>
          <a:r>
            <a:rPr lang="da-DK" sz="2500" kern="1200" dirty="0"/>
            <a:t> is </a:t>
          </a:r>
          <a:r>
            <a:rPr lang="da-DK" sz="2500" kern="1200" dirty="0" err="1"/>
            <a:t>my</a:t>
          </a:r>
          <a:r>
            <a:rPr lang="da-DK" sz="2500" kern="1200" dirty="0"/>
            <a:t> </a:t>
          </a:r>
          <a:r>
            <a:rPr lang="da-DK" sz="2500" kern="1200" dirty="0" err="1"/>
            <a:t>audience</a:t>
          </a:r>
          <a:r>
            <a:rPr lang="da-DK" sz="2500" kern="1200" dirty="0"/>
            <a:t>?</a:t>
          </a:r>
          <a:endParaRPr lang="en-US" sz="2500" kern="1200" dirty="0"/>
        </a:p>
      </dsp:txBody>
      <dsp:txXfrm>
        <a:off x="1206713" y="2612380"/>
        <a:ext cx="9649957" cy="1044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C290F-E1F4-47CD-989C-A8FE0379BF2B}" type="datetimeFigureOut">
              <a:rPr lang="da-DK" smtClean="0"/>
              <a:t>20-10-2026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99300-9C52-4DE5-9B69-CDF8E3C5850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532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ublic_domain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List_of_countries%27_copyright_lengths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99300-9C52-4DE5-9B69-CDF8E3C58507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683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in the </a:t>
            </a:r>
            <a:r>
              <a:rPr lang="da-DK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en:public domain"/>
              </a:rPr>
              <a:t>public domain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country of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countries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a-DK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w:List of countries' copyright lengths"/>
              </a:rPr>
              <a:t>copyright term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</a:t>
            </a:r>
            <a:r>
              <a:rPr lang="da-DK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author's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a-D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</a:t>
            </a:r>
            <a:r>
              <a:rPr lang="da-DK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70 </a:t>
            </a:r>
            <a:r>
              <a:rPr lang="da-D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years</a:t>
            </a:r>
            <a:r>
              <a:rPr lang="da-DK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da-DK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fewer</a:t>
            </a:r>
            <a:r>
              <a:rPr lang="da-DK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99300-9C52-4DE5-9B69-CDF8E3C58507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0743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99300-9C52-4DE5-9B69-CDF8E3C58507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5927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99300-9C52-4DE5-9B69-CDF8E3C58507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9973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805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Rows run from the encoding people read most accurately (position) to the least (transparency). Tags: which kind of variable each suits. Shape and line type work for a handful of groups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Grey band = 95% CI of the line.</a:t>
            </a:r>
          </a:p>
          <a:p>
            <a:r>
              <a:t>fullrange = extrapolation: mention in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linetype: names or numbers 0-6.</a:t>
            </a:r>
          </a:p>
          <a:p>
            <a:r>
              <a:t>Same arguments for all line geoms.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abline: always spans the whole plot.</a:t>
            </a:r>
          </a:p>
          <a:p>
            <a:r>
              <a:t>\(x) = function(x); x is a placeholder, not a data column.</a:t>
            </a:r>
          </a:p>
          <a:p>
            <a:r>
              <a:t>geom_function ignores the data: calculates fun(x) at 101 points across the x-axis.</a:t>
            </a:r>
          </a:p>
          <a:p>
            <a:r>
              <a:t>mm_fit &lt;- nls(rate ~ Vmax * conc_um / (Km + conc_um), data = uptake, start = list(Vmax = 100, Km = 20))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hline/vline take a fixed value, not a mapping.</a:t>
            </a:r>
          </a:p>
          <a:p>
            <a:r>
              <a:t>annotate(): x and y in axis units; hjust = 0 left-aligns.</a:t>
            </a:r>
          </a:p>
          <a:p>
            <a:r>
              <a:t>R² from summary(fit)$r.squared (fit = lm 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limits: data outside is removed (next slide: coord_cartesian).</a:t>
            </a:r>
          </a:p>
          <a:p>
            <a:r>
              <a:t>expand: points on the edge get cut.</a:t>
            </a:r>
          </a:p>
          <a:p>
            <a:r>
              <a:t>Per side: expansion(mult = c(0, 0.05)).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log(0) is impossible: 0 µM points removed first.</a:t>
            </a:r>
          </a:p>
          <a:p>
            <a:r>
              <a:t>scale_y_log10() for PK curves.</a:t>
            </a:r>
          </a:p>
          <a:p>
            <a:r>
              <a:t>sides = "b" bottom, "l"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p_fit &lt;- p + geom_smooth(method = "lm", se = FALSE)</a:t>
            </a:r>
          </a:p>
          <a:p>
            <a:r>
              <a:t>scale limits: slope 0.52 -&gt; 0.33, warning "Removed n rows".</a:t>
            </a:r>
          </a:p>
          <a:p>
            <a:r>
              <a:t>clip = "off" + zoom: data outside the limits is drawn over axes and margins. Only use when limits contain all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panels share the same axes, so they are easy to compare.</a:t>
            </a:r>
          </a:p>
          <a:p>
            <a:r>
              <a:t>nrow / ncol set the layout.</a:t>
            </a:r>
          </a:p>
          <a:p>
            <a:r>
              <a:t>scales = "free_y" gives each panel its own axis, but makes comparing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Fixed colour goes outside aes(); inside aes() it maps a variable.</a:t>
            </a:r>
          </a:p>
          <a:p>
            <a:r>
              <a:t>Unnamed vector: colours follow the order of the groups (alphabetical unless you set factor levels). Named: fixed colour per group.</a:t>
            </a:r>
          </a:p>
          <a:p>
            <a:r>
              <a:t>scale_fill_manual() for bars/boxes. p_batch = plot with colour =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Quotes only needed for text that is not a valid R name.</a:t>
            </a:r>
          </a:p>
          <a:p>
            <a:r>
              <a:t>Alternatives: ggtext::element_markdown() (&lt;sup&gt;, &lt;sub&gt;), latex2exp::TeX() (LaTeX $...$).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comes from the mapped aesthetic: colour, fill, shape...</a:t>
            </a:r>
          </a:p>
          <a:p>
            <a:r>
              <a:t>Same title for colour and shape gives one combined legend.</a:t>
            </a:r>
          </a:p>
          <a:p>
            <a:r>
              <a:t>Positions: "right" (default), "left", "top", "bottom", "none".</a:t>
            </a:r>
          </a:p>
          <a:p>
            <a:r>
              <a:t>"inside" needs ggplot2 3.5+; older: legend.position = c(0.15, 0.8).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 = batch plot from before. Theme changes everything that is not data: background, grid, lines,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install.packages(c("ggprism", "ggpubr", "ggthemes")) once.</a:t>
            </a:r>
          </a:p>
          <a:p>
            <a:r>
              <a:t>theme_prism() hides the legend title by default.</a:t>
            </a:r>
          </a:p>
          <a:p>
            <a:r>
              <a:t>ggthemes has many more: theme_tufte(), theme_wsj(),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theme() after the base theme, otherwise the base theme overwrites your changes.</a:t>
            </a:r>
          </a:p>
          <a:p>
            <a:r>
              <a:t>.x / .y versions change one axis only, e.g. panel.grid.major.y.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base_size = 12 is a default value that can be changed: theme_mine(base_size =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update_geom_defaults(): default size/colour/shape of one geom type.</a:t>
            </a:r>
          </a:p>
          <a:p>
            <a:r>
              <a:t>ggplot2:: in the trick is needed: it calls the original function, not our new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fig-width/height are always inches. out-width can be "80%", "12cm" or "4in".</a:t>
            </a:r>
          </a:p>
          <a:p>
            <a:r>
              <a:t>Changing out-width only rescales the picture, including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Units: "cm", "mm", "in". dpi 300 for print.</a:t>
            </a:r>
          </a:p>
          <a:p>
            <a:r>
              <a:t>Inkscape: File &gt; Open the .svg, ungroup, edit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tidyplots needs ggplot2 3.5+.</a:t>
            </a:r>
          </a:p>
          <a:p>
            <a:r>
              <a:t>ggpubr and tidyplots both return ggplot objects: + layers and themes still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7512" y="1737360"/>
            <a:ext cx="9875520" cy="30175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67512" y="4937760"/>
            <a:ext cx="8686800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Speaker, event, dat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5989320"/>
            <a:ext cx="86868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 · event · date</a:t>
            </a:r>
          </a:p>
        </p:txBody>
      </p:sp>
    </p:spTree>
    <p:extLst>
      <p:ext uri="{BB962C8B-B14F-4D97-AF65-F5344CB8AC3E}">
        <p14:creationId xmlns:p14="http://schemas.microsoft.com/office/powerpoint/2010/main" val="120856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822960"/>
            <a:ext cx="3657600" cy="1371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9600" b="1" spc="-384">
                <a:solidFill>
                  <a:schemeClr val="tx2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2651760"/>
            <a:ext cx="9875520" cy="22860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Descri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074920"/>
            <a:ext cx="8686800" cy="9144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One line on what this part covers</a:t>
            </a:r>
          </a:p>
        </p:txBody>
      </p:sp>
    </p:spTree>
    <p:extLst>
      <p:ext uri="{BB962C8B-B14F-4D97-AF65-F5344CB8AC3E}">
        <p14:creationId xmlns:p14="http://schemas.microsoft.com/office/powerpoint/2010/main" val="373196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0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67512" y="2377440"/>
            <a:ext cx="10856671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1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4480560" cy="21945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3017520"/>
            <a:ext cx="4206240" cy="30175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A few short lines</a:t>
            </a:r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5486400" y="731520"/>
            <a:ext cx="6035040" cy="530352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4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051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103120"/>
            <a:ext cx="10856671" cy="36576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897880"/>
            <a:ext cx="10856671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5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097280"/>
            <a:ext cx="10241280" cy="4572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800" b="1" spc="-192">
                <a:solidFill>
                  <a:schemeClr val="tx1"/>
                </a:solidFill>
              </a:defRPr>
            </a:lvl1pPr>
          </a:lstStyle>
          <a:p>
            <a:r>
              <a:rPr lang="en-US"/>
              <a:t>One idea, said plainly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2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822960"/>
            <a:ext cx="10058400" cy="31089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/>
                </a:solidFill>
              </a:defRPr>
            </a:lvl1pPr>
          </a:lstStyle>
          <a:p>
            <a:r>
              <a:rPr lang="en-US"/>
              <a:t>13,294</a:t>
            </a:r>
          </a:p>
        </p:txBody>
      </p:sp>
      <p:sp>
        <p:nvSpPr>
          <p:cNvPr id="3" name="What it is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4160520"/>
            <a:ext cx="7863840" cy="1371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the number counts, in a sentence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760720"/>
            <a:ext cx="7863840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3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Left"/>
          <p:cNvSpPr>
            <a:spLocks noGrp="1"/>
          </p:cNvSpPr>
          <p:nvPr>
            <p:ph sz="half" idx="13"/>
          </p:nvPr>
        </p:nvSpPr>
        <p:spPr>
          <a:xfrm>
            <a:off x="667512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Right"/>
          <p:cNvSpPr>
            <a:spLocks noGrp="1"/>
          </p:cNvSpPr>
          <p:nvPr>
            <p:ph sz="half" idx="14"/>
          </p:nvPr>
        </p:nvSpPr>
        <p:spPr>
          <a:xfrm>
            <a:off x="6370168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4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280160"/>
            <a:ext cx="9601200" cy="35661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“A short quote, one sentence”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074920"/>
            <a:ext cx="8229600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Name, source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12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1737360"/>
            <a:ext cx="9875520" cy="30175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4937760"/>
            <a:ext cx="8686800" cy="10972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name@example.com</a:t>
            </a:r>
          </a:p>
        </p:txBody>
      </p:sp>
    </p:spTree>
    <p:extLst>
      <p:ext uri="{BB962C8B-B14F-4D97-AF65-F5344CB8AC3E}">
        <p14:creationId xmlns:p14="http://schemas.microsoft.com/office/powerpoint/2010/main" val="296523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39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host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280160"/>
            <a:ext cx="10515600" cy="35661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6000" b="1" spc="-1040">
                <a:solidFill>
                  <a:schemeClr val="accent3">
                    <a:alpha val="38000"/>
                  </a:schemeClr>
                </a:solidFill>
              </a:defRPr>
            </a:lvl1pPr>
          </a:lstStyle>
          <a:p>
            <a:r>
              <a:rPr lang="en-US"/>
              <a:t>BUT</a:t>
            </a:r>
          </a:p>
        </p:txBody>
      </p:sp>
      <p:sp>
        <p:nvSpPr>
          <p:cNvPr id="3" name="Statement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3657600"/>
            <a:ext cx="7680960" cy="20116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One sentence that completes the word</a:t>
            </a:r>
          </a:p>
        </p:txBody>
      </p:sp>
    </p:spTree>
    <p:extLst>
      <p:ext uri="{BB962C8B-B14F-4D97-AF65-F5344CB8AC3E}">
        <p14:creationId xmlns:p14="http://schemas.microsoft.com/office/powerpoint/2010/main" val="568799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and cropped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69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photo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4572000"/>
            <a:ext cx="11247120" cy="3474720"/>
          </a:xfr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6000" b="1" spc="-1040">
                <a:solidFill>
                  <a:schemeClr val="l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977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teal">
    <p:bg>
      <p:bgPr>
        <a:solidFill>
          <a:srgbClr val="9BD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65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rose">
    <p:bg>
      <p:bgPr>
        <a:solidFill>
          <a:srgbClr val="F2A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0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sky">
    <p:bg>
      <p:bgPr>
        <a:solidFill>
          <a:srgbClr val="A8D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0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coral">
    <p:bg>
      <p:bgPr>
        <a:solidFill>
          <a:srgbClr val="F8C8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3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indigo">
    <p:bg>
      <p:bgPr>
        <a:solidFill>
          <a:srgbClr val="B1C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00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amber">
    <p:bg>
      <p:bgPr>
        <a:solidFill>
          <a:srgbClr val="F8DC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34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aqua">
    <p:bg>
      <p:bgPr>
        <a:solidFill>
          <a:srgbClr val="B9E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0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ur field blush">
    <p:bg>
      <p:bgPr>
        <a:solidFill>
          <a:srgbClr val="F7C7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28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914400"/>
            <a:ext cx="5394960" cy="50292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One idea, said plainly</a:t>
            </a:r>
          </a:p>
        </p:txBody>
      </p:sp>
      <p:sp>
        <p:nvSpPr>
          <p:cNvPr id="3" name="Photo"/>
          <p:cNvSpPr>
            <a:spLocks noGrp="1"/>
          </p:cNvSpPr>
          <p:nvPr>
            <p:ph type="pic" sz="quarter" idx="14" hasCustomPrompt="1"/>
          </p:nvPr>
        </p:nvSpPr>
        <p:spPr>
          <a:xfrm>
            <a:off x="6583680" y="0"/>
            <a:ext cx="560801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photo here</a:t>
            </a:r>
          </a:p>
        </p:txBody>
      </p:sp>
    </p:spTree>
    <p:extLst>
      <p:ext uri="{BB962C8B-B14F-4D97-AF65-F5344CB8AC3E}">
        <p14:creationId xmlns:p14="http://schemas.microsoft.com/office/powerpoint/2010/main" val="2491428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4937760" cy="45720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5760720"/>
            <a:ext cx="4572000" cy="457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A line about the talk</a:t>
            </a:r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5852160" y="731520"/>
            <a:ext cx="5852160" cy="54864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16081637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5848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Right"/>
          <p:cNvSpPr>
            <a:spLocks noGrp="1"/>
          </p:cNvSpPr>
          <p:nvPr>
            <p:ph type="pic" sz="quarter" idx="14" hasCustomPrompt="1"/>
          </p:nvPr>
        </p:nvSpPr>
        <p:spPr>
          <a:xfrm>
            <a:off x="6095848" y="0"/>
            <a:ext cx="6095848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3587811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mn"/>
          <p:cNvSpPr/>
          <p:nvPr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365760" y="365760"/>
            <a:ext cx="8686800" cy="612648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9646920" y="548640"/>
            <a:ext cx="1877263" cy="5760720"/>
          </a:xfrm>
        </p:spPr>
        <p:txBody>
          <a:bodyPr vert="horz" lIns="0" tIns="0" rIns="0" bIns="0" rtlCol="0" anchor="t">
            <a:normAutofit/>
          </a:bodyPr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Column">
            <a:extLst>
              <a:ext uri="{FF2B5EF4-FFF2-40B4-BE49-F238E27FC236}">
                <a16:creationId xmlns:a16="http://schemas.microsoft.com/office/drawing/2014/main" id="{8CEE50C6-6515-423B-B8C0-A5CF4252AA02}"/>
              </a:ext>
            </a:extLst>
          </p:cNvPr>
          <p:cNvSpPr/>
          <p:nvPr userDrawn="1"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43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7512" y="822960"/>
            <a:ext cx="5486400" cy="24688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3383280"/>
            <a:ext cx="5120640" cy="12801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A subtitle in a line or two</a:t>
            </a:r>
          </a:p>
        </p:txBody>
      </p:sp>
      <p:sp>
        <p:nvSpPr>
          <p:cNvPr id="4" name="Speaker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4983480"/>
            <a:ext cx="5120640" cy="4114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Your name</a:t>
            </a:r>
          </a:p>
        </p:txBody>
      </p:sp>
      <p:sp>
        <p:nvSpPr>
          <p:cNvPr id="5" name="Logo"/>
          <p:cNvSpPr>
            <a:spLocks noGrp="1"/>
          </p:cNvSpPr>
          <p:nvPr>
            <p:ph type="pic" sz="quarter" idx="15" hasCustomPrompt="1"/>
          </p:nvPr>
        </p:nvSpPr>
        <p:spPr>
          <a:xfrm>
            <a:off x="667512" y="5669280"/>
            <a:ext cx="3291840" cy="7772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Logo</a:t>
            </a:r>
          </a:p>
        </p:txBody>
      </p:sp>
      <p:sp>
        <p:nvSpPr>
          <p:cNvPr id="6" name="Figure"/>
          <p:cNvSpPr>
            <a:spLocks noGrp="1"/>
          </p:cNvSpPr>
          <p:nvPr>
            <p:ph type="pic" sz="quarter" idx="16" hasCustomPrompt="1"/>
          </p:nvPr>
        </p:nvSpPr>
        <p:spPr>
          <a:xfrm>
            <a:off x="6309360" y="274320"/>
            <a:ext cx="5577840" cy="6309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19817246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fore and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label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5062576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Before</a:t>
            </a:r>
          </a:p>
        </p:txBody>
      </p:sp>
      <p:sp>
        <p:nvSpPr>
          <p:cNvPr id="3" name="Right 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6461608" y="731520"/>
            <a:ext cx="5062576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After</a:t>
            </a:r>
          </a:p>
        </p:txBody>
      </p:sp>
      <p:sp>
        <p:nvSpPr>
          <p:cNvPr id="4" name="Divider"/>
          <p:cNvSpPr/>
          <p:nvPr/>
        </p:nvSpPr>
        <p:spPr>
          <a:xfrm>
            <a:off x="6086704" y="731520"/>
            <a:ext cx="18288" cy="5303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Left figure"/>
          <p:cNvSpPr>
            <a:spLocks noGrp="1"/>
          </p:cNvSpPr>
          <p:nvPr>
            <p:ph type="pic" sz="quarter" idx="15" hasCustomPrompt="1"/>
          </p:nvPr>
        </p:nvSpPr>
        <p:spPr>
          <a:xfrm>
            <a:off x="667512" y="1554480"/>
            <a:ext cx="5062576" cy="44805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6" name="Right figure"/>
          <p:cNvSpPr>
            <a:spLocks noGrp="1"/>
          </p:cNvSpPr>
          <p:nvPr>
            <p:ph type="pic" sz="quarter" idx="16" hasCustomPrompt="1"/>
          </p:nvPr>
        </p:nvSpPr>
        <p:spPr>
          <a:xfrm>
            <a:off x="6461608" y="1554480"/>
            <a:ext cx="5062576" cy="44805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ivider">
            <a:extLst>
              <a:ext uri="{FF2B5EF4-FFF2-40B4-BE49-F238E27FC236}">
                <a16:creationId xmlns:a16="http://schemas.microsoft.com/office/drawing/2014/main" id="{47C30D55-4BC0-4B24-BC3C-455FDAE35207}"/>
              </a:ext>
            </a:extLst>
          </p:cNvPr>
          <p:cNvSpPr/>
          <p:nvPr userDrawn="1"/>
        </p:nvSpPr>
        <p:spPr>
          <a:xfrm>
            <a:off x="6086704" y="731520"/>
            <a:ext cx="18288" cy="5303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68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10856671" cy="53949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Finding"/>
          <p:cNvSpPr>
            <a:spLocks noGrp="1"/>
          </p:cNvSpPr>
          <p:nvPr>
            <p:ph type="body" sz="quarter" idx="14" hasCustomPrompt="1"/>
          </p:nvPr>
        </p:nvSpPr>
        <p:spPr>
          <a:xfrm>
            <a:off x="7772400" y="4251960"/>
            <a:ext cx="3749040" cy="1874520"/>
          </a:xfrm>
          <a:prstGeom prst="rect">
            <a:avLst/>
          </a:prstGeom>
          <a:solidFill>
            <a:schemeClr val="tx1"/>
          </a:solidFill>
        </p:spPr>
        <p:txBody>
          <a:bodyPr vert="horz" lIns="274320" tIns="274320" rIns="274320" bIns="274320" rtlCol="0" anchor="ctr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One finding, in a line or two</a:t>
            </a:r>
          </a:p>
        </p:txBody>
      </p:sp>
    </p:spTree>
    <p:extLst>
      <p:ext uri="{BB962C8B-B14F-4D97-AF65-F5344CB8AC3E}">
        <p14:creationId xmlns:p14="http://schemas.microsoft.com/office/powerpoint/2010/main" val="3331550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lm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igure 1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7" name="Caption 1"/>
          <p:cNvSpPr>
            <a:spLocks noGrp="1"/>
          </p:cNvSpPr>
          <p:nvPr>
            <p:ph type="body" sz="quarter" idx="17" hasCustomPrompt="1"/>
          </p:nvPr>
        </p:nvSpPr>
        <p:spPr>
          <a:xfrm>
            <a:off x="667512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4" name="Figure 2"/>
          <p:cNvSpPr>
            <a:spLocks noGrp="1"/>
          </p:cNvSpPr>
          <p:nvPr>
            <p:ph type="pic" sz="quarter" idx="14" hasCustomPrompt="1"/>
          </p:nvPr>
        </p:nvSpPr>
        <p:spPr>
          <a:xfrm>
            <a:off x="3450260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8" name="Caption 2"/>
          <p:cNvSpPr>
            <a:spLocks noGrp="1"/>
          </p:cNvSpPr>
          <p:nvPr>
            <p:ph type="body" sz="quarter" idx="18" hasCustomPrompt="1"/>
          </p:nvPr>
        </p:nvSpPr>
        <p:spPr>
          <a:xfrm>
            <a:off x="3450260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5" name="Figure 3"/>
          <p:cNvSpPr>
            <a:spLocks noGrp="1"/>
          </p:cNvSpPr>
          <p:nvPr>
            <p:ph type="pic" sz="quarter" idx="15" hasCustomPrompt="1"/>
          </p:nvPr>
        </p:nvSpPr>
        <p:spPr>
          <a:xfrm>
            <a:off x="6233008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9" name="Caption 3"/>
          <p:cNvSpPr>
            <a:spLocks noGrp="1"/>
          </p:cNvSpPr>
          <p:nvPr>
            <p:ph type="body" sz="quarter" idx="19" hasCustomPrompt="1"/>
          </p:nvPr>
        </p:nvSpPr>
        <p:spPr>
          <a:xfrm>
            <a:off x="6233008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6" name="Figure 4"/>
          <p:cNvSpPr>
            <a:spLocks noGrp="1"/>
          </p:cNvSpPr>
          <p:nvPr>
            <p:ph type="pic" sz="quarter" idx="16" hasCustomPrompt="1"/>
          </p:nvPr>
        </p:nvSpPr>
        <p:spPr>
          <a:xfrm>
            <a:off x="9015755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10" name="Caption 4"/>
          <p:cNvSpPr>
            <a:spLocks noGrp="1"/>
          </p:cNvSpPr>
          <p:nvPr>
            <p:ph type="body" sz="quarter" idx="20" hasCustomPrompt="1"/>
          </p:nvPr>
        </p:nvSpPr>
        <p:spPr>
          <a:xfrm>
            <a:off x="9015755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263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v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54864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Guess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1143000"/>
            <a:ext cx="10856671" cy="109728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2468880"/>
            <a:ext cx="10856671" cy="35661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95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7315200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-96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645920"/>
            <a:ext cx="10058400" cy="43891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1400"/>
              </a:spcBef>
              <a:buNone/>
              <a:defRPr sz="4000" b="1" spc="-160">
                <a:solidFill>
                  <a:schemeClr val="tx2"/>
                </a:solidFill>
              </a:defRPr>
            </a:lvl1pPr>
          </a:lstStyle>
          <a:p>
            <a:r>
              <a:rPr lang="en-US"/>
              <a:t>A section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683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Line"/>
          <p:cNvSpPr/>
          <p:nvPr/>
        </p:nvSpPr>
        <p:spPr>
          <a:xfrm>
            <a:off x="667512" y="3547872"/>
            <a:ext cx="10856671" cy="274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Marker 1"/>
          <p:cNvSpPr/>
          <p:nvPr/>
        </p:nvSpPr>
        <p:spPr>
          <a:xfrm>
            <a:off x="667512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arker 2"/>
          <p:cNvSpPr/>
          <p:nvPr/>
        </p:nvSpPr>
        <p:spPr>
          <a:xfrm>
            <a:off x="2838846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Marker 3"/>
          <p:cNvSpPr/>
          <p:nvPr/>
        </p:nvSpPr>
        <p:spPr>
          <a:xfrm>
            <a:off x="5010180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Marker 4"/>
          <p:cNvSpPr/>
          <p:nvPr/>
        </p:nvSpPr>
        <p:spPr>
          <a:xfrm>
            <a:off x="7181515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Marker 5"/>
          <p:cNvSpPr/>
          <p:nvPr/>
        </p:nvSpPr>
        <p:spPr>
          <a:xfrm>
            <a:off x="9352849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Year 1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0" name="Year 2"/>
          <p:cNvSpPr>
            <a:spLocks noGrp="1"/>
          </p:cNvSpPr>
          <p:nvPr>
            <p:ph type="body" sz="quarter" idx="14" hasCustomPrompt="1"/>
          </p:nvPr>
        </p:nvSpPr>
        <p:spPr>
          <a:xfrm>
            <a:off x="2838846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1" name="Year 3"/>
          <p:cNvSpPr>
            <a:spLocks noGrp="1"/>
          </p:cNvSpPr>
          <p:nvPr>
            <p:ph type="body" sz="quarter" idx="15" hasCustomPrompt="1"/>
          </p:nvPr>
        </p:nvSpPr>
        <p:spPr>
          <a:xfrm>
            <a:off x="5010180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2" name="Year 4"/>
          <p:cNvSpPr>
            <a:spLocks noGrp="1"/>
          </p:cNvSpPr>
          <p:nvPr>
            <p:ph type="body" sz="quarter" idx="16" hasCustomPrompt="1"/>
          </p:nvPr>
        </p:nvSpPr>
        <p:spPr>
          <a:xfrm>
            <a:off x="7181515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3" name="Year 5"/>
          <p:cNvSpPr>
            <a:spLocks noGrp="1"/>
          </p:cNvSpPr>
          <p:nvPr>
            <p:ph type="body" sz="quarter" idx="17" hasCustomPrompt="1"/>
          </p:nvPr>
        </p:nvSpPr>
        <p:spPr>
          <a:xfrm>
            <a:off x="9352849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4" name="Note 1"/>
          <p:cNvSpPr>
            <a:spLocks noGrp="1"/>
          </p:cNvSpPr>
          <p:nvPr>
            <p:ph type="body" sz="quarter" idx="18" hasCustomPrompt="1"/>
          </p:nvPr>
        </p:nvSpPr>
        <p:spPr>
          <a:xfrm>
            <a:off x="667512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5" name="Note 2"/>
          <p:cNvSpPr>
            <a:spLocks noGrp="1"/>
          </p:cNvSpPr>
          <p:nvPr>
            <p:ph type="body" sz="quarter" idx="19" hasCustomPrompt="1"/>
          </p:nvPr>
        </p:nvSpPr>
        <p:spPr>
          <a:xfrm>
            <a:off x="2838846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6" name="Note 3"/>
          <p:cNvSpPr>
            <a:spLocks noGrp="1"/>
          </p:cNvSpPr>
          <p:nvPr>
            <p:ph type="body" sz="quarter" idx="20" hasCustomPrompt="1"/>
          </p:nvPr>
        </p:nvSpPr>
        <p:spPr>
          <a:xfrm>
            <a:off x="5010180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7" name="Note 4"/>
          <p:cNvSpPr>
            <a:spLocks noGrp="1"/>
          </p:cNvSpPr>
          <p:nvPr>
            <p:ph type="body" sz="quarter" idx="21" hasCustomPrompt="1"/>
          </p:nvPr>
        </p:nvSpPr>
        <p:spPr>
          <a:xfrm>
            <a:off x="7181515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8" name="Note 5"/>
          <p:cNvSpPr>
            <a:spLocks noGrp="1"/>
          </p:cNvSpPr>
          <p:nvPr>
            <p:ph type="body" sz="quarter" idx="22" hasCustomPrompt="1"/>
          </p:nvPr>
        </p:nvSpPr>
        <p:spPr>
          <a:xfrm>
            <a:off x="9352849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A8F1022E-AD45-4DAD-8DD0-3DA58DE1D943}"/>
              </a:ext>
            </a:extLst>
          </p:cNvPr>
          <p:cNvSpPr/>
          <p:nvPr userDrawn="1"/>
        </p:nvSpPr>
        <p:spPr>
          <a:xfrm>
            <a:off x="667512" y="3547872"/>
            <a:ext cx="10856671" cy="274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Marker 1">
            <a:extLst>
              <a:ext uri="{FF2B5EF4-FFF2-40B4-BE49-F238E27FC236}">
                <a16:creationId xmlns:a16="http://schemas.microsoft.com/office/drawing/2014/main" id="{33540AD3-50F7-4307-B59D-CEE13FBD2AE9}"/>
              </a:ext>
            </a:extLst>
          </p:cNvPr>
          <p:cNvSpPr/>
          <p:nvPr userDrawn="1"/>
        </p:nvSpPr>
        <p:spPr>
          <a:xfrm>
            <a:off x="667512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Marker 2">
            <a:extLst>
              <a:ext uri="{FF2B5EF4-FFF2-40B4-BE49-F238E27FC236}">
                <a16:creationId xmlns:a16="http://schemas.microsoft.com/office/drawing/2014/main" id="{ABB8B580-103D-44FF-863A-E96276CAECD7}"/>
              </a:ext>
            </a:extLst>
          </p:cNvPr>
          <p:cNvSpPr/>
          <p:nvPr userDrawn="1"/>
        </p:nvSpPr>
        <p:spPr>
          <a:xfrm>
            <a:off x="2838846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Marker 3">
            <a:extLst>
              <a:ext uri="{FF2B5EF4-FFF2-40B4-BE49-F238E27FC236}">
                <a16:creationId xmlns:a16="http://schemas.microsoft.com/office/drawing/2014/main" id="{F239AA11-3C87-4E5F-89BD-1CF916256055}"/>
              </a:ext>
            </a:extLst>
          </p:cNvPr>
          <p:cNvSpPr/>
          <p:nvPr userDrawn="1"/>
        </p:nvSpPr>
        <p:spPr>
          <a:xfrm>
            <a:off x="5010180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Marker 4">
            <a:extLst>
              <a:ext uri="{FF2B5EF4-FFF2-40B4-BE49-F238E27FC236}">
                <a16:creationId xmlns:a16="http://schemas.microsoft.com/office/drawing/2014/main" id="{A267B2E4-C0F2-4F38-BFF5-5A35697A15A3}"/>
              </a:ext>
            </a:extLst>
          </p:cNvPr>
          <p:cNvSpPr/>
          <p:nvPr userDrawn="1"/>
        </p:nvSpPr>
        <p:spPr>
          <a:xfrm>
            <a:off x="7181515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Marker 5">
            <a:extLst>
              <a:ext uri="{FF2B5EF4-FFF2-40B4-BE49-F238E27FC236}">
                <a16:creationId xmlns:a16="http://schemas.microsoft.com/office/drawing/2014/main" id="{50C7F2D1-827A-4522-BBCE-C6463B466234}"/>
              </a:ext>
            </a:extLst>
          </p:cNvPr>
          <p:cNvSpPr/>
          <p:nvPr userDrawn="1"/>
        </p:nvSpPr>
        <p:spPr>
          <a:xfrm>
            <a:off x="9352849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891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69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5074920"/>
            <a:ext cx="6858000" cy="11887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574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914400"/>
            <a:ext cx="10241280" cy="4572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buNone/>
              <a:defRPr sz="7200" b="1" spc="-288">
                <a:solidFill>
                  <a:schemeClr val="tx1"/>
                </a:solidFill>
              </a:defRPr>
            </a:lvl1pPr>
          </a:lstStyle>
          <a:p>
            <a:r>
              <a:rPr lang="en-US"/>
              <a:t>One question, asked plainly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760720"/>
            <a:ext cx="73152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For discussion</a:t>
            </a:r>
          </a:p>
        </p:txBody>
      </p:sp>
    </p:spTree>
    <p:extLst>
      <p:ext uri="{BB962C8B-B14F-4D97-AF65-F5344CB8AC3E}">
        <p14:creationId xmlns:p14="http://schemas.microsoft.com/office/powerpoint/2010/main" val="16444732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nt num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>
            <a:spLocks noGrp="1"/>
          </p:cNvSpPr>
          <p:nvPr>
            <p:ph type="body" sz="quarter" idx="13" hasCustomPrompt="1"/>
          </p:nvPr>
        </p:nvSpPr>
        <p:spPr>
          <a:xfrm>
            <a:off x="5669280" y="2743200"/>
            <a:ext cx="8229600" cy="6400800"/>
          </a:xfr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8000" b="1" spc="-1920">
                <a:solidFill>
                  <a:schemeClr val="tx1"/>
                </a:solidFill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3" name="Ca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1188720"/>
            <a:ext cx="4572000" cy="3108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What the numeral counts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394960"/>
            <a:ext cx="4572000" cy="457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</p:spTree>
    <p:extLst>
      <p:ext uri="{BB962C8B-B14F-4D97-AF65-F5344CB8AC3E}">
        <p14:creationId xmlns:p14="http://schemas.microsoft.com/office/powerpoint/2010/main" val="1800975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rst word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10881360" cy="274320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/>
                </a:solidFill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3" name="Second word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3474720"/>
            <a:ext cx="10881360" cy="2743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>
                    <a:alpha val="26000"/>
                  </a:schemeClr>
                </a:solidFill>
              </a:defRPr>
            </a:lvl1pPr>
          </a:lstStyle>
          <a:p>
            <a:r>
              <a:rPr lang="en-US"/>
              <a:t>Story</a:t>
            </a:r>
          </a:p>
        </p:txBody>
      </p:sp>
    </p:spTree>
    <p:extLst>
      <p:ext uri="{BB962C8B-B14F-4D97-AF65-F5344CB8AC3E}">
        <p14:creationId xmlns:p14="http://schemas.microsoft.com/office/powerpoint/2010/main" val="32668217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ources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377440"/>
            <a:ext cx="10856671" cy="3749040"/>
          </a:xfrm>
        </p:spPr>
        <p:txBody>
          <a:bodyPr vert="horz" lIns="0" tIns="0" rIns="0" bIns="0" numCol="2" spcCol="45720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Author (year). Title. Publisher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191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de block"/>
          <p:cNvSpPr/>
          <p:nvPr/>
        </p:nvSpPr>
        <p:spPr>
          <a:xfrm>
            <a:off x="667512" y="2377440"/>
            <a:ext cx="10856671" cy="3246120"/>
          </a:xfrm>
          <a:prstGeom prst="roundRect">
            <a:avLst>
              <a:gd name="adj" fmla="val 3500"/>
            </a:avLst>
          </a:prstGeom>
          <a:solidFill>
            <a:srgbClr val="221F2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od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377440"/>
            <a:ext cx="10856671" cy="3246120"/>
          </a:xfrm>
        </p:spPr>
        <p:txBody>
          <a:bodyPr vert="horz" lIns="365760" tIns="365760" rIns="365760" bIns="365760"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="0">
                <a:solidFill>
                  <a:schemeClr val="lt1"/>
                </a:solidFill>
                <a:latin typeface="Consolas"/>
              </a:defRPr>
            </a:lvl1pPr>
          </a:lstStyle>
          <a:p>
            <a:r>
              <a:rPr lang="en-US"/>
              <a:t>$ python script.py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715000"/>
            <a:ext cx="10856671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What it does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de block">
            <a:extLst>
              <a:ext uri="{FF2B5EF4-FFF2-40B4-BE49-F238E27FC236}">
                <a16:creationId xmlns:a16="http://schemas.microsoft.com/office/drawing/2014/main" id="{BD6F5AFE-C429-4267-B5F0-4E049CA3678E}"/>
              </a:ext>
            </a:extLst>
          </p:cNvPr>
          <p:cNvSpPr/>
          <p:nvPr userDrawn="1"/>
        </p:nvSpPr>
        <p:spPr>
          <a:xfrm>
            <a:off x="667512" y="2377440"/>
            <a:ext cx="10856671" cy="3246120"/>
          </a:xfrm>
          <a:prstGeom prst="roundRect">
            <a:avLst>
              <a:gd name="adj" fmla="val 3500"/>
            </a:avLst>
          </a:prstGeom>
          <a:solidFill>
            <a:srgbClr val="221F2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8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7512" y="1737360"/>
            <a:ext cx="9875520" cy="30175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67512" y="4937760"/>
            <a:ext cx="8686800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Speaker, event, dat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5989320"/>
            <a:ext cx="86868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 · event · date</a:t>
            </a:r>
          </a:p>
        </p:txBody>
      </p:sp>
    </p:spTree>
    <p:extLst>
      <p:ext uri="{BB962C8B-B14F-4D97-AF65-F5344CB8AC3E}">
        <p14:creationId xmlns:p14="http://schemas.microsoft.com/office/powerpoint/2010/main" val="35157405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822960"/>
            <a:ext cx="3657600" cy="1371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9600" b="1" spc="-384">
                <a:solidFill>
                  <a:schemeClr val="tx2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2651760"/>
            <a:ext cx="9875520" cy="22860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Descri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074920"/>
            <a:ext cx="8686800" cy="9144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One line on what this part covers</a:t>
            </a:r>
          </a:p>
        </p:txBody>
      </p:sp>
    </p:spTree>
    <p:extLst>
      <p:ext uri="{BB962C8B-B14F-4D97-AF65-F5344CB8AC3E}">
        <p14:creationId xmlns:p14="http://schemas.microsoft.com/office/powerpoint/2010/main" val="16090909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9512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67512" y="2377440"/>
            <a:ext cx="10856671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85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4480560" cy="21945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3017520"/>
            <a:ext cx="4206240" cy="30175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A few short lines</a:t>
            </a:r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5486400" y="731520"/>
            <a:ext cx="6035040" cy="530352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620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0515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103120"/>
            <a:ext cx="10856671" cy="36576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897880"/>
            <a:ext cx="10856671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908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097280"/>
            <a:ext cx="10241280" cy="4572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800" b="1" spc="-192">
                <a:solidFill>
                  <a:schemeClr val="tx1"/>
                </a:solidFill>
              </a:defRPr>
            </a:lvl1pPr>
          </a:lstStyle>
          <a:p>
            <a:r>
              <a:rPr lang="en-US"/>
              <a:t>One idea, said plainly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71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822960"/>
            <a:ext cx="10058400" cy="31089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/>
                </a:solidFill>
              </a:defRPr>
            </a:lvl1pPr>
          </a:lstStyle>
          <a:p>
            <a:r>
              <a:rPr lang="en-US"/>
              <a:t>13,294</a:t>
            </a:r>
          </a:p>
        </p:txBody>
      </p:sp>
      <p:sp>
        <p:nvSpPr>
          <p:cNvPr id="3" name="What it is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4160520"/>
            <a:ext cx="7863840" cy="1371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the number counts, in a sentence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760720"/>
            <a:ext cx="7863840" cy="2743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535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Left"/>
          <p:cNvSpPr>
            <a:spLocks noGrp="1"/>
          </p:cNvSpPr>
          <p:nvPr>
            <p:ph sz="half" idx="13"/>
          </p:nvPr>
        </p:nvSpPr>
        <p:spPr>
          <a:xfrm>
            <a:off x="667512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Right"/>
          <p:cNvSpPr>
            <a:spLocks noGrp="1"/>
          </p:cNvSpPr>
          <p:nvPr>
            <p:ph sz="half" idx="14"/>
          </p:nvPr>
        </p:nvSpPr>
        <p:spPr>
          <a:xfrm>
            <a:off x="6370168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37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280160"/>
            <a:ext cx="9601200" cy="35661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“A short quote, one sentence”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074920"/>
            <a:ext cx="8229600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Name, source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41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1737360"/>
            <a:ext cx="9875520" cy="30175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4937760"/>
            <a:ext cx="8686800" cy="10972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name@example.com</a:t>
            </a:r>
          </a:p>
        </p:txBody>
      </p:sp>
    </p:spTree>
    <p:extLst>
      <p:ext uri="{BB962C8B-B14F-4D97-AF65-F5344CB8AC3E}">
        <p14:creationId xmlns:p14="http://schemas.microsoft.com/office/powerpoint/2010/main" val="30080502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814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host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280160"/>
            <a:ext cx="10515600" cy="356616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6000" b="1" spc="-1040">
                <a:solidFill>
                  <a:schemeClr val="accent3">
                    <a:alpha val="38000"/>
                  </a:schemeClr>
                </a:solidFill>
              </a:defRPr>
            </a:lvl1pPr>
          </a:lstStyle>
          <a:p>
            <a:r>
              <a:rPr lang="en-US"/>
              <a:t>BUT</a:t>
            </a:r>
          </a:p>
        </p:txBody>
      </p:sp>
      <p:sp>
        <p:nvSpPr>
          <p:cNvPr id="3" name="Statement"/>
          <p:cNvSpPr>
            <a:spLocks noGrp="1"/>
          </p:cNvSpPr>
          <p:nvPr>
            <p:ph type="body" sz="quarter" idx="14" hasCustomPrompt="1"/>
          </p:nvPr>
        </p:nvSpPr>
        <p:spPr>
          <a:xfrm>
            <a:off x="2743200" y="3657600"/>
            <a:ext cx="7680960" cy="20116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One sentence that completes the word</a:t>
            </a:r>
          </a:p>
        </p:txBody>
      </p:sp>
    </p:spTree>
    <p:extLst>
      <p:ext uri="{BB962C8B-B14F-4D97-AF65-F5344CB8AC3E}">
        <p14:creationId xmlns:p14="http://schemas.microsoft.com/office/powerpoint/2010/main" val="39281597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cropped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69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photo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4572000"/>
            <a:ext cx="11247120" cy="3474720"/>
          </a:xfr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6000" b="1" spc="-1040">
                <a:solidFill>
                  <a:schemeClr val="l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539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teal">
    <p:bg>
      <p:bgPr>
        <a:solidFill>
          <a:srgbClr val="9BD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237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rose">
    <p:bg>
      <p:bgPr>
        <a:solidFill>
          <a:srgbClr val="F2AE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001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sky">
    <p:bg>
      <p:bgPr>
        <a:solidFill>
          <a:srgbClr val="A8D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9083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coral">
    <p:bg>
      <p:bgPr>
        <a:solidFill>
          <a:srgbClr val="F8C8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971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indigo">
    <p:bg>
      <p:bgPr>
        <a:solidFill>
          <a:srgbClr val="B1C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713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amber">
    <p:bg>
      <p:bgPr>
        <a:solidFill>
          <a:srgbClr val="F8DC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401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aqua">
    <p:bg>
      <p:bgPr>
        <a:solidFill>
          <a:srgbClr val="B9E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9784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ur field blush">
    <p:bg>
      <p:bgPr>
        <a:solidFill>
          <a:srgbClr val="F7C7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6949440" cy="4023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5760720" y="4937760"/>
            <a:ext cx="5760720" cy="1463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rgbClr val="221F2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40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914400"/>
            <a:ext cx="5394960" cy="50292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en-US"/>
              <a:t>One idea, said plainly</a:t>
            </a:r>
          </a:p>
        </p:txBody>
      </p:sp>
      <p:sp>
        <p:nvSpPr>
          <p:cNvPr id="3" name="Photo"/>
          <p:cNvSpPr>
            <a:spLocks noGrp="1"/>
          </p:cNvSpPr>
          <p:nvPr>
            <p:ph type="pic" sz="quarter" idx="14" hasCustomPrompt="1"/>
          </p:nvPr>
        </p:nvSpPr>
        <p:spPr>
          <a:xfrm>
            <a:off x="6583680" y="0"/>
            <a:ext cx="560801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photo here</a:t>
            </a:r>
          </a:p>
        </p:txBody>
      </p:sp>
    </p:spTree>
    <p:extLst>
      <p:ext uri="{BB962C8B-B14F-4D97-AF65-F5344CB8AC3E}">
        <p14:creationId xmlns:p14="http://schemas.microsoft.com/office/powerpoint/2010/main" val="36725960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4937760" cy="45720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ap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5760720"/>
            <a:ext cx="4572000" cy="457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A line about the talk</a:t>
            </a:r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5852160" y="731520"/>
            <a:ext cx="5852160" cy="54864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181434976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5848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Right"/>
          <p:cNvSpPr>
            <a:spLocks noGrp="1"/>
          </p:cNvSpPr>
          <p:nvPr>
            <p:ph type="pic" sz="quarter" idx="14" hasCustomPrompt="1"/>
          </p:nvPr>
        </p:nvSpPr>
        <p:spPr>
          <a:xfrm>
            <a:off x="6095848" y="0"/>
            <a:ext cx="6095848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28912107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mn"/>
          <p:cNvSpPr/>
          <p:nvPr userDrawn="1"/>
        </p:nvSpPr>
        <p:spPr>
          <a:xfrm>
            <a:off x="9418320" y="0"/>
            <a:ext cx="27733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365760" y="365760"/>
            <a:ext cx="8686800" cy="612648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9646920" y="548640"/>
            <a:ext cx="1877263" cy="5760720"/>
          </a:xfrm>
        </p:spPr>
        <p:txBody>
          <a:bodyPr vert="horz" lIns="0" tIns="0" rIns="0" bIns="0" rtlCol="0" anchor="t">
            <a:normAutofit/>
          </a:bodyPr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692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67512" y="822960"/>
            <a:ext cx="5486400" cy="24688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 b="1" spc="-216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3383280"/>
            <a:ext cx="5120640" cy="12801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A subtitle in a line or two</a:t>
            </a:r>
          </a:p>
        </p:txBody>
      </p:sp>
      <p:sp>
        <p:nvSpPr>
          <p:cNvPr id="4" name="Speaker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4983480"/>
            <a:ext cx="5120640" cy="41148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Your name</a:t>
            </a:r>
          </a:p>
        </p:txBody>
      </p:sp>
      <p:sp>
        <p:nvSpPr>
          <p:cNvPr id="5" name="Logo"/>
          <p:cNvSpPr>
            <a:spLocks noGrp="1"/>
          </p:cNvSpPr>
          <p:nvPr>
            <p:ph type="pic" sz="quarter" idx="15" hasCustomPrompt="1"/>
          </p:nvPr>
        </p:nvSpPr>
        <p:spPr>
          <a:xfrm>
            <a:off x="667512" y="5669280"/>
            <a:ext cx="3291840" cy="7772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Logo</a:t>
            </a:r>
          </a:p>
        </p:txBody>
      </p:sp>
      <p:sp>
        <p:nvSpPr>
          <p:cNvPr id="6" name="Figure"/>
          <p:cNvSpPr>
            <a:spLocks noGrp="1"/>
          </p:cNvSpPr>
          <p:nvPr>
            <p:ph type="pic" sz="quarter" idx="16" hasCustomPrompt="1"/>
          </p:nvPr>
        </p:nvSpPr>
        <p:spPr>
          <a:xfrm>
            <a:off x="6309360" y="274320"/>
            <a:ext cx="5577840" cy="63093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</p:spTree>
    <p:extLst>
      <p:ext uri="{BB962C8B-B14F-4D97-AF65-F5344CB8AC3E}">
        <p14:creationId xmlns:p14="http://schemas.microsoft.com/office/powerpoint/2010/main" val="16183124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and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label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5062576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Before</a:t>
            </a:r>
          </a:p>
        </p:txBody>
      </p:sp>
      <p:sp>
        <p:nvSpPr>
          <p:cNvPr id="3" name="Right label"/>
          <p:cNvSpPr>
            <a:spLocks noGrp="1"/>
          </p:cNvSpPr>
          <p:nvPr>
            <p:ph type="body" sz="quarter" idx="14" hasCustomPrompt="1"/>
          </p:nvPr>
        </p:nvSpPr>
        <p:spPr>
          <a:xfrm>
            <a:off x="6461608" y="731520"/>
            <a:ext cx="5062576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After</a:t>
            </a:r>
          </a:p>
        </p:txBody>
      </p:sp>
      <p:sp>
        <p:nvSpPr>
          <p:cNvPr id="4" name="Divider"/>
          <p:cNvSpPr/>
          <p:nvPr userDrawn="1"/>
        </p:nvSpPr>
        <p:spPr>
          <a:xfrm>
            <a:off x="6086704" y="731520"/>
            <a:ext cx="18288" cy="5303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Left figure"/>
          <p:cNvSpPr>
            <a:spLocks noGrp="1"/>
          </p:cNvSpPr>
          <p:nvPr>
            <p:ph type="pic" sz="quarter" idx="15" hasCustomPrompt="1"/>
          </p:nvPr>
        </p:nvSpPr>
        <p:spPr>
          <a:xfrm>
            <a:off x="667512" y="1554480"/>
            <a:ext cx="5062576" cy="44805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6" name="Right figure"/>
          <p:cNvSpPr>
            <a:spLocks noGrp="1"/>
          </p:cNvSpPr>
          <p:nvPr>
            <p:ph type="pic" sz="quarter" idx="16" hasCustomPrompt="1"/>
          </p:nvPr>
        </p:nvSpPr>
        <p:spPr>
          <a:xfrm>
            <a:off x="6461608" y="1554480"/>
            <a:ext cx="5062576" cy="44805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504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731520"/>
            <a:ext cx="10856671" cy="53949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Finding"/>
          <p:cNvSpPr>
            <a:spLocks noGrp="1"/>
          </p:cNvSpPr>
          <p:nvPr>
            <p:ph type="body" sz="quarter" idx="14" hasCustomPrompt="1"/>
          </p:nvPr>
        </p:nvSpPr>
        <p:spPr>
          <a:xfrm>
            <a:off x="7772400" y="4251960"/>
            <a:ext cx="3749040" cy="1874520"/>
          </a:xfrm>
          <a:prstGeom prst="rect">
            <a:avLst/>
          </a:prstGeom>
          <a:solidFill>
            <a:schemeClr val="tx1"/>
          </a:solidFill>
        </p:spPr>
        <p:txBody>
          <a:bodyPr vert="horz" lIns="274320" tIns="274320" rIns="274320" bIns="274320" rtlCol="0" anchor="ctr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One finding, in a line or two</a:t>
            </a:r>
          </a:p>
        </p:txBody>
      </p:sp>
    </p:spTree>
    <p:extLst>
      <p:ext uri="{BB962C8B-B14F-4D97-AF65-F5344CB8AC3E}">
        <p14:creationId xmlns:p14="http://schemas.microsoft.com/office/powerpoint/2010/main" val="322277872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Figure 1"/>
          <p:cNvSpPr>
            <a:spLocks noGrp="1"/>
          </p:cNvSpPr>
          <p:nvPr>
            <p:ph type="pic" sz="quarter" idx="13" hasCustomPrompt="1"/>
          </p:nvPr>
        </p:nvSpPr>
        <p:spPr>
          <a:xfrm>
            <a:off x="667512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7" name="Caption 1"/>
          <p:cNvSpPr>
            <a:spLocks noGrp="1"/>
          </p:cNvSpPr>
          <p:nvPr>
            <p:ph type="body" sz="quarter" idx="17" hasCustomPrompt="1"/>
          </p:nvPr>
        </p:nvSpPr>
        <p:spPr>
          <a:xfrm>
            <a:off x="667512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4" name="Figure 2"/>
          <p:cNvSpPr>
            <a:spLocks noGrp="1"/>
          </p:cNvSpPr>
          <p:nvPr>
            <p:ph type="pic" sz="quarter" idx="14" hasCustomPrompt="1"/>
          </p:nvPr>
        </p:nvSpPr>
        <p:spPr>
          <a:xfrm>
            <a:off x="3450260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8" name="Caption 2"/>
          <p:cNvSpPr>
            <a:spLocks noGrp="1"/>
          </p:cNvSpPr>
          <p:nvPr>
            <p:ph type="body" sz="quarter" idx="18" hasCustomPrompt="1"/>
          </p:nvPr>
        </p:nvSpPr>
        <p:spPr>
          <a:xfrm>
            <a:off x="3450260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5" name="Figure 3"/>
          <p:cNvSpPr>
            <a:spLocks noGrp="1"/>
          </p:cNvSpPr>
          <p:nvPr>
            <p:ph type="pic" sz="quarter" idx="15" hasCustomPrompt="1"/>
          </p:nvPr>
        </p:nvSpPr>
        <p:spPr>
          <a:xfrm>
            <a:off x="6233008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9" name="Caption 3"/>
          <p:cNvSpPr>
            <a:spLocks noGrp="1"/>
          </p:cNvSpPr>
          <p:nvPr>
            <p:ph type="body" sz="quarter" idx="19" hasCustomPrompt="1"/>
          </p:nvPr>
        </p:nvSpPr>
        <p:spPr>
          <a:xfrm>
            <a:off x="6233008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6" name="Figure 4"/>
          <p:cNvSpPr>
            <a:spLocks noGrp="1"/>
          </p:cNvSpPr>
          <p:nvPr>
            <p:ph type="pic" sz="quarter" idx="16" hasCustomPrompt="1"/>
          </p:nvPr>
        </p:nvSpPr>
        <p:spPr>
          <a:xfrm>
            <a:off x="9015755" y="2377440"/>
            <a:ext cx="2508428" cy="283464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10" name="Caption 4"/>
          <p:cNvSpPr>
            <a:spLocks noGrp="1"/>
          </p:cNvSpPr>
          <p:nvPr>
            <p:ph type="body" sz="quarter" idx="20" hasCustomPrompt="1"/>
          </p:nvPr>
        </p:nvSpPr>
        <p:spPr>
          <a:xfrm>
            <a:off x="9015755" y="5349240"/>
            <a:ext cx="2508428" cy="822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Caption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579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54864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Guess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1143000"/>
            <a:ext cx="10856671" cy="109728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Figure"/>
          <p:cNvSpPr>
            <a:spLocks noGrp="1"/>
          </p:cNvSpPr>
          <p:nvPr>
            <p:ph type="pic" sz="quarter" idx="14" hasCustomPrompt="1"/>
          </p:nvPr>
        </p:nvSpPr>
        <p:spPr>
          <a:xfrm>
            <a:off x="667512" y="2468880"/>
            <a:ext cx="10856671" cy="356616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698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67512" y="731520"/>
            <a:ext cx="7315200" cy="54864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spc="-96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1645920"/>
            <a:ext cx="10058400" cy="438912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1400"/>
              </a:spcBef>
              <a:buNone/>
              <a:defRPr sz="4000" b="1" spc="-160">
                <a:solidFill>
                  <a:schemeClr val="tx2"/>
                </a:solidFill>
              </a:defRPr>
            </a:lvl1pPr>
          </a:lstStyle>
          <a:p>
            <a:r>
              <a:rPr lang="en-US"/>
              <a:t>A section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7335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Line"/>
          <p:cNvSpPr/>
          <p:nvPr userDrawn="1"/>
        </p:nvSpPr>
        <p:spPr>
          <a:xfrm>
            <a:off x="667512" y="3547872"/>
            <a:ext cx="10856671" cy="274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Marker 1"/>
          <p:cNvSpPr/>
          <p:nvPr userDrawn="1"/>
        </p:nvSpPr>
        <p:spPr>
          <a:xfrm>
            <a:off x="667512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arker 2"/>
          <p:cNvSpPr/>
          <p:nvPr userDrawn="1"/>
        </p:nvSpPr>
        <p:spPr>
          <a:xfrm>
            <a:off x="2838846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Marker 3"/>
          <p:cNvSpPr/>
          <p:nvPr userDrawn="1"/>
        </p:nvSpPr>
        <p:spPr>
          <a:xfrm>
            <a:off x="5010180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Marker 4"/>
          <p:cNvSpPr/>
          <p:nvPr userDrawn="1"/>
        </p:nvSpPr>
        <p:spPr>
          <a:xfrm>
            <a:off x="7181515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Marker 5"/>
          <p:cNvSpPr/>
          <p:nvPr userDrawn="1"/>
        </p:nvSpPr>
        <p:spPr>
          <a:xfrm>
            <a:off x="9352849" y="3465576"/>
            <a:ext cx="192024" cy="1920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Year 1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0" name="Year 2"/>
          <p:cNvSpPr>
            <a:spLocks noGrp="1"/>
          </p:cNvSpPr>
          <p:nvPr>
            <p:ph type="body" sz="quarter" idx="14" hasCustomPrompt="1"/>
          </p:nvPr>
        </p:nvSpPr>
        <p:spPr>
          <a:xfrm>
            <a:off x="2838846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1" name="Year 3"/>
          <p:cNvSpPr>
            <a:spLocks noGrp="1"/>
          </p:cNvSpPr>
          <p:nvPr>
            <p:ph type="body" sz="quarter" idx="15" hasCustomPrompt="1"/>
          </p:nvPr>
        </p:nvSpPr>
        <p:spPr>
          <a:xfrm>
            <a:off x="5010180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2" name="Year 4"/>
          <p:cNvSpPr>
            <a:spLocks noGrp="1"/>
          </p:cNvSpPr>
          <p:nvPr>
            <p:ph type="body" sz="quarter" idx="16" hasCustomPrompt="1"/>
          </p:nvPr>
        </p:nvSpPr>
        <p:spPr>
          <a:xfrm>
            <a:off x="7181515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3" name="Year 5"/>
          <p:cNvSpPr>
            <a:spLocks noGrp="1"/>
          </p:cNvSpPr>
          <p:nvPr>
            <p:ph type="body" sz="quarter" idx="17" hasCustomPrompt="1"/>
          </p:nvPr>
        </p:nvSpPr>
        <p:spPr>
          <a:xfrm>
            <a:off x="9352849" y="2697480"/>
            <a:ext cx="1988454" cy="64008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="1" spc="-128">
                <a:solidFill>
                  <a:schemeClr val="tx1"/>
                </a:solidFill>
              </a:defRPr>
            </a:lvl1pPr>
          </a:lstStyle>
          <a:p>
            <a:r>
              <a:rPr lang="en-US"/>
              <a:t>Year</a:t>
            </a:r>
          </a:p>
        </p:txBody>
      </p:sp>
      <p:sp>
        <p:nvSpPr>
          <p:cNvPr id="14" name="Note 1"/>
          <p:cNvSpPr>
            <a:spLocks noGrp="1"/>
          </p:cNvSpPr>
          <p:nvPr>
            <p:ph type="body" sz="quarter" idx="18" hasCustomPrompt="1"/>
          </p:nvPr>
        </p:nvSpPr>
        <p:spPr>
          <a:xfrm>
            <a:off x="667512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5" name="Note 2"/>
          <p:cNvSpPr>
            <a:spLocks noGrp="1"/>
          </p:cNvSpPr>
          <p:nvPr>
            <p:ph type="body" sz="quarter" idx="19" hasCustomPrompt="1"/>
          </p:nvPr>
        </p:nvSpPr>
        <p:spPr>
          <a:xfrm>
            <a:off x="2838846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6" name="Note 3"/>
          <p:cNvSpPr>
            <a:spLocks noGrp="1"/>
          </p:cNvSpPr>
          <p:nvPr>
            <p:ph type="body" sz="quarter" idx="20" hasCustomPrompt="1"/>
          </p:nvPr>
        </p:nvSpPr>
        <p:spPr>
          <a:xfrm>
            <a:off x="5010180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7" name="Note 4"/>
          <p:cNvSpPr>
            <a:spLocks noGrp="1"/>
          </p:cNvSpPr>
          <p:nvPr>
            <p:ph type="body" sz="quarter" idx="21" hasCustomPrompt="1"/>
          </p:nvPr>
        </p:nvSpPr>
        <p:spPr>
          <a:xfrm>
            <a:off x="7181515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18" name="Note 5"/>
          <p:cNvSpPr>
            <a:spLocks noGrp="1"/>
          </p:cNvSpPr>
          <p:nvPr>
            <p:ph type="body" sz="quarter" idx="22" hasCustomPrompt="1"/>
          </p:nvPr>
        </p:nvSpPr>
        <p:spPr>
          <a:xfrm>
            <a:off x="9352849" y="3977640"/>
            <a:ext cx="1897014" cy="17373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What happened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8093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695" cy="6858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Drop a figure here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67512" y="5074920"/>
            <a:ext cx="6858000" cy="118872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 b="1" spc="-16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42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914400"/>
            <a:ext cx="10241280" cy="4572000"/>
          </a:xfrm>
        </p:spPr>
        <p:txBody>
          <a:bodyPr vert="horz" lIns="0" tIns="0" rIns="0" bIns="0" rtlCol="0" anchor="ctr">
            <a:norm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buNone/>
              <a:defRPr sz="7200" b="1" spc="-288">
                <a:solidFill>
                  <a:schemeClr val="tx1"/>
                </a:solidFill>
              </a:defRPr>
            </a:lvl1pPr>
          </a:lstStyle>
          <a:p>
            <a:r>
              <a:rPr lang="en-US"/>
              <a:t>One question, asked plainly</a:t>
            </a:r>
          </a:p>
        </p:txBody>
      </p:sp>
      <p:sp>
        <p:nvSpPr>
          <p:cNvPr id="3" name="Kicker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760720"/>
            <a:ext cx="7315200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For discussion</a:t>
            </a:r>
          </a:p>
        </p:txBody>
      </p:sp>
    </p:spTree>
    <p:extLst>
      <p:ext uri="{BB962C8B-B14F-4D97-AF65-F5344CB8AC3E}">
        <p14:creationId xmlns:p14="http://schemas.microsoft.com/office/powerpoint/2010/main" val="42478536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iant num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eral"/>
          <p:cNvSpPr>
            <a:spLocks noGrp="1"/>
          </p:cNvSpPr>
          <p:nvPr>
            <p:ph type="body" sz="quarter" idx="13" hasCustomPrompt="1"/>
          </p:nvPr>
        </p:nvSpPr>
        <p:spPr>
          <a:xfrm>
            <a:off x="5669280" y="2743200"/>
            <a:ext cx="8229600" cy="6400800"/>
          </a:xfrm>
        </p:spPr>
        <p:txBody>
          <a:bodyPr vert="horz" lIns="0" tIns="0" rIns="0" bIns="0" rtlCol="0" anchor="t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8000" b="1" spc="-1920">
                <a:solidFill>
                  <a:schemeClr val="tx1"/>
                </a:solidFill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3" name="Ca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1188720"/>
            <a:ext cx="4572000" cy="31089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buNone/>
              <a:defRPr sz="2800" b="1" spc="-112">
                <a:solidFill>
                  <a:schemeClr val="tx1"/>
                </a:solidFill>
              </a:defRPr>
            </a:lvl1pPr>
          </a:lstStyle>
          <a:p>
            <a:r>
              <a:rPr lang="en-US"/>
              <a:t>What the numeral counts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394960"/>
            <a:ext cx="4572000" cy="457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Source: data, year</a:t>
            </a:r>
          </a:p>
        </p:txBody>
      </p:sp>
    </p:spTree>
    <p:extLst>
      <p:ext uri="{BB962C8B-B14F-4D97-AF65-F5344CB8AC3E}">
        <p14:creationId xmlns:p14="http://schemas.microsoft.com/office/powerpoint/2010/main" val="169992983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rst word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731520"/>
            <a:ext cx="10881360" cy="2743200"/>
          </a:xfrm>
        </p:spPr>
        <p:txBody>
          <a:bodyPr vert="horz" lIns="0" tIns="0" rIns="0" bIns="0" rtlCol="0" anchor="b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/>
                </a:solidFill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3" name="Second word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3474720"/>
            <a:ext cx="10881360" cy="274320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5000" b="1" spc="-600">
                <a:solidFill>
                  <a:schemeClr val="tx1">
                    <a:alpha val="26000"/>
                  </a:schemeClr>
                </a:solidFill>
              </a:defRPr>
            </a:lvl1pPr>
          </a:lstStyle>
          <a:p>
            <a:r>
              <a:rPr lang="en-US"/>
              <a:t>Story</a:t>
            </a:r>
          </a:p>
        </p:txBody>
      </p:sp>
    </p:spTree>
    <p:extLst>
      <p:ext uri="{BB962C8B-B14F-4D97-AF65-F5344CB8AC3E}">
        <p14:creationId xmlns:p14="http://schemas.microsoft.com/office/powerpoint/2010/main" val="9298311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ources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377440"/>
            <a:ext cx="10856671" cy="3749040"/>
          </a:xfrm>
        </p:spPr>
        <p:txBody>
          <a:bodyPr vert="horz" lIns="0" tIns="0" rIns="0" bIns="0" numCol="2" spcCol="457200" rtlCol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Author (year). Title. Publisher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3946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de block"/>
          <p:cNvSpPr/>
          <p:nvPr userDrawn="1"/>
        </p:nvSpPr>
        <p:spPr>
          <a:xfrm>
            <a:off x="667512" y="2377440"/>
            <a:ext cx="10856671" cy="3246120"/>
          </a:xfrm>
          <a:prstGeom prst="roundRect">
            <a:avLst>
              <a:gd name="adj" fmla="val 3500"/>
            </a:avLst>
          </a:prstGeom>
          <a:solidFill>
            <a:srgbClr val="221F20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ode"/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2377440"/>
            <a:ext cx="10856671" cy="3246120"/>
          </a:xfrm>
        </p:spPr>
        <p:txBody>
          <a:bodyPr vert="horz" lIns="365760" tIns="365760" rIns="365760" bIns="365760" rtlCol="0"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="0">
                <a:solidFill>
                  <a:schemeClr val="lt1"/>
                </a:solidFill>
                <a:latin typeface="Consolas"/>
              </a:defRPr>
            </a:lvl1pPr>
          </a:lstStyle>
          <a:p>
            <a:r>
              <a:rPr lang="en-US"/>
              <a:t>$ python script.py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5715000"/>
            <a:ext cx="10856671" cy="365760"/>
          </a:xfrm>
        </p:spPr>
        <p:txBody>
          <a:bodyPr vert="horz" lIns="0" tIns="0" rIns="0" bIns="0" rtlCol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buNone/>
              <a:defRPr sz="1400" b="0">
                <a:solidFill>
                  <a:schemeClr val="tx2"/>
                </a:solidFill>
              </a:defRPr>
            </a:lvl1pPr>
          </a:lstStyle>
          <a:p>
            <a:r>
              <a:rPr lang="en-US"/>
              <a:t>What it does</a:t>
            </a:r>
          </a:p>
        </p:txBody>
      </p:sp>
      <p:sp>
        <p:nvSpPr>
          <p:cNvPr id="40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8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28016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667512" y="2377440"/>
            <a:ext cx="10856671" cy="36576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the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67512" y="6327648"/>
            <a:ext cx="7315200" cy="274320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609783" y="6327648"/>
            <a:ext cx="914400" cy="274320"/>
          </a:xfrm>
        </p:spPr>
        <p:txBody>
          <a:bodyPr vert="horz" lIns="0" tIns="0" rIns="0" bIns="0" rtlCol="0" anchor="ctr">
            <a:norm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0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  <p:sldLayoutId id="2147483723" r:id="rId33"/>
    <p:sldLayoutId id="2147483724" r:id="rId34"/>
    <p:sldLayoutId id="2147483725" r:id="rId35"/>
    <p:sldLayoutId id="2147483726" r:id="rId36"/>
    <p:sldLayoutId id="2147483727" r:id="rId37"/>
    <p:sldLayoutId id="2147483728" r:id="rId38"/>
    <p:sldLayoutId id="2147483729" r:id="rId39"/>
  </p:sldLayoutIdLst>
  <p:txStyles>
    <p:titleStyle>
      <a:lvl1pPr algn="l" rtl="0" eaLnBrk="1" hangingPunct="1">
        <a:lnSpc>
          <a:spcPct val="90000"/>
        </a:lnSpc>
        <a:spcBef>
          <a:spcPct val="0"/>
        </a:spcBef>
        <a:buNone/>
        <a:defRPr sz="4000" b="1" kern="1200" spc="-16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eaLnBrk="1" hangingPunct="1">
        <a:lnSpc>
          <a:spcPct val="115000"/>
        </a:lnSpc>
        <a:spcBef>
          <a:spcPts val="1400"/>
        </a:spcBef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eaLnBrk="1" hangingPunct="1">
        <a:lnSpc>
          <a:spcPct val="115000"/>
        </a:lnSpc>
        <a:spcBef>
          <a:spcPts val="800"/>
        </a:spcBef>
        <a:buClr>
          <a:schemeClr val="tx2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 marL="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280160"/>
          </a:xfrm>
        </p:spPr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667512" y="2377440"/>
            <a:ext cx="10856671" cy="365760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the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67512" y="6327648"/>
            <a:ext cx="7315200" cy="274320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609783" y="6327648"/>
            <a:ext cx="914400" cy="274320"/>
          </a:xfrm>
        </p:spPr>
        <p:txBody>
          <a:bodyPr vert="horz" lIns="0" tIns="0" rIns="0" bIns="0" rtlCol="0" anchor="ctr">
            <a:norm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6" r:id="rId34"/>
    <p:sldLayoutId id="2147483767" r:id="rId35"/>
    <p:sldLayoutId id="2147483768" r:id="rId36"/>
    <p:sldLayoutId id="2147483769" r:id="rId37"/>
    <p:sldLayoutId id="2147483770" r:id="rId38"/>
    <p:sldLayoutId id="2147483771" r:id="rId39"/>
  </p:sldLayoutIdLst>
  <p:txStyles>
    <p:titleStyle>
      <a:lvl1pPr algn="l" rtl="0" eaLnBrk="1" hangingPunct="1">
        <a:lnSpc>
          <a:spcPct val="90000"/>
        </a:lnSpc>
        <a:spcBef>
          <a:spcPct val="0"/>
        </a:spcBef>
        <a:buNone/>
        <a:defRPr sz="4000" b="1" kern="1200" spc="-16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eaLnBrk="1" hangingPunct="1">
        <a:lnSpc>
          <a:spcPct val="115000"/>
        </a:lnSpc>
        <a:spcBef>
          <a:spcPts val="1400"/>
        </a:spcBef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eaLnBrk="1" hangingPunct="1">
        <a:lnSpc>
          <a:spcPct val="115000"/>
        </a:lnSpc>
        <a:spcBef>
          <a:spcPts val="800"/>
        </a:spcBef>
        <a:buClr>
          <a:schemeClr val="tx2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342900" algn="l" eaLnBrk="1" hangingPunct="1">
        <a:lnSpc>
          <a:spcPct val="115000"/>
        </a:lnSpc>
        <a:spcBef>
          <a:spcPts val="600"/>
        </a:spcBef>
        <a:buClr>
          <a:schemeClr val="tx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 marL="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List_of_countries%27_copyright_lengths" TargetMode="External"/><Relationship Id="rId5" Type="http://schemas.openxmlformats.org/officeDocument/2006/relationships/hyperlink" Target="https://en.wikipedia.org/wiki/public_domain" TargetMode="Externa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data-to-viz.com/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www.data-to-viz.com/caveats.html" TargetMode="Externa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-to-viz.com/caveats.html" TargetMode="External"/><Relationship Id="rId3" Type="http://schemas.openxmlformats.org/officeDocument/2006/relationships/hyperlink" Target="https://www.data-to-viz.com/" TargetMode="External"/><Relationship Id="rId7" Type="http://schemas.openxmlformats.org/officeDocument/2006/relationships/hyperlink" Target="https://matplotlib.org/stable/users/explain/colors/colormaps.html" TargetMode="External"/><Relationship Id="rId2" Type="http://schemas.openxmlformats.org/officeDocument/2006/relationships/hyperlink" Target="https://datavizproject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-graph-gallery.com/color-palette-finder" TargetMode="External"/><Relationship Id="rId5" Type="http://schemas.openxmlformats.org/officeDocument/2006/relationships/hyperlink" Target="https://colorbrewer2.org/" TargetMode="External"/><Relationship Id="rId4" Type="http://schemas.openxmlformats.org/officeDocument/2006/relationships/hyperlink" Target="https://ft-interactive.github.io/visual-vocabulary/" TargetMode="External"/><Relationship Id="rId9" Type="http://schemas.openxmlformats.org/officeDocument/2006/relationships/hyperlink" Target="https://data.europa.eu/apps/data-visualisation-guide/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6CF2-0A35-2A05-CB3E-2AABBEA94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Data </a:t>
            </a:r>
            <a:r>
              <a:rPr lang="da-DK" dirty="0" err="1"/>
              <a:t>Visualization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2E689-1B43-075F-FD79-84A985C924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Sebastian Jakobsen</a:t>
            </a:r>
          </a:p>
          <a:p>
            <a:r>
              <a:rPr lang="da-DK" dirty="0"/>
              <a:t>Sarah Mittenentzwei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3F3F6-2789-0FF7-692A-9E7923034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dirty="0"/>
              <a:t>CPDSE.dk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E7AC08-22CF-34C5-B78B-EED50FC71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838" y="228593"/>
            <a:ext cx="5120650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8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9">
            <a:extLst>
              <a:ext uri="{FF2B5EF4-FFF2-40B4-BE49-F238E27FC236}">
                <a16:creationId xmlns:a16="http://schemas.microsoft.com/office/drawing/2014/main" id="{B9E1BC72-06F7-2D6B-81D4-495359370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00" y="1758147"/>
            <a:ext cx="10962001" cy="44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08F7348-2786-0F5E-3358-573262009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995415"/>
              </p:ext>
            </p:extLst>
          </p:nvPr>
        </p:nvGraphicFramePr>
        <p:xfrm>
          <a:off x="457200" y="1893772"/>
          <a:ext cx="5486400" cy="422452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Army size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rate*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8,571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23,333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28,333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30,246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30,290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30,643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29,736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844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1854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1,725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32,393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1022.8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30,107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1,205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480.3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11,157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7" name="Table 1">
            <a:extLst>
              <a:ext uri="{FF2B5EF4-FFF2-40B4-BE49-F238E27FC236}">
                <a16:creationId xmlns:a16="http://schemas.microsoft.com/office/drawing/2014/main" id="{024373ED-626F-C1F3-05D4-2D0C4894C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0788"/>
              </p:ext>
            </p:extLst>
          </p:nvPr>
        </p:nvGraphicFramePr>
        <p:xfrm>
          <a:off x="6245352" y="1893772"/>
          <a:ext cx="5486400" cy="422452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Army size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rate*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32,252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35,473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38,863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42,647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44,614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47,751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46,852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37,853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1855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43,217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1856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44,212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1856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43,485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1856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46,140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9" name="Text 3">
            <a:extLst>
              <a:ext uri="{FF2B5EF4-FFF2-40B4-BE49-F238E27FC236}">
                <a16:creationId xmlns:a16="http://schemas.microsoft.com/office/drawing/2014/main" id="{2DD54AF3-F9A8-F56B-0807-A2B6D2C22F5E}"/>
              </a:ext>
            </a:extLst>
          </p:cNvPr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/>
              <a:t>Deaths per month. *Disease rate = annualised deaths per 1,000 troops (deaths ÷ army size × 12,000). Source: Nightingale (1858), via the HistData R package.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6B63CD2-EC6E-D844-CF6E-047AE9C3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Cause of </a:t>
            </a:r>
            <a:r>
              <a:rPr lang="da-DK" err="1"/>
              <a:t>Mortality</a:t>
            </a:r>
            <a:r>
              <a:rPr lang="da-DK"/>
              <a:t> in the </a:t>
            </a:r>
            <a:r>
              <a:rPr lang="da-DK" err="1"/>
              <a:t>Army</a:t>
            </a:r>
            <a:r>
              <a:rPr lang="da-DK"/>
              <a:t> of the East</a:t>
            </a:r>
          </a:p>
        </p:txBody>
      </p:sp>
    </p:spTree>
    <p:extLst>
      <p:ext uri="{BB962C8B-B14F-4D97-AF65-F5344CB8AC3E}">
        <p14:creationId xmlns:p14="http://schemas.microsoft.com/office/powerpoint/2010/main" val="579665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BB7BA8E-ECF9-75A9-292E-D9731C5E694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" r="2757"/>
          <a:stretch>
            <a:fillRect/>
          </a:stretch>
        </p:blipFill>
        <p:spPr>
          <a:xfrm>
            <a:off x="0" y="731838"/>
            <a:ext cx="6950075" cy="4022725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A30886-3E08-244B-F270-7A56387763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135" y="0"/>
            <a:ext cx="1254013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8B42EF-2A18-36FC-6348-5335DBED1DF2}"/>
              </a:ext>
            </a:extLst>
          </p:cNvPr>
          <p:cNvSpPr txBox="1"/>
          <p:nvPr/>
        </p:nvSpPr>
        <p:spPr>
          <a:xfrm>
            <a:off x="2937590" y="6657945"/>
            <a:ext cx="63866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700" dirty="0"/>
              <a:t>This </a:t>
            </a:r>
            <a:r>
              <a:rPr lang="da-DK" sz="700" dirty="0" err="1"/>
              <a:t>work</a:t>
            </a:r>
            <a:r>
              <a:rPr lang="da-DK" sz="700" dirty="0"/>
              <a:t> is in the </a:t>
            </a:r>
            <a:r>
              <a:rPr lang="da-DK" sz="700" b="1" dirty="0">
                <a:hlinkClick r:id="rId5" tooltip="en:public domain"/>
              </a:rPr>
              <a:t>public domain</a:t>
            </a:r>
            <a:r>
              <a:rPr lang="da-DK" sz="700" dirty="0"/>
              <a:t> in </a:t>
            </a:r>
            <a:r>
              <a:rPr lang="da-DK" sz="700" dirty="0" err="1"/>
              <a:t>its</a:t>
            </a:r>
            <a:r>
              <a:rPr lang="da-DK" sz="700" dirty="0"/>
              <a:t> country of </a:t>
            </a:r>
            <a:r>
              <a:rPr lang="da-DK" sz="700" dirty="0" err="1"/>
              <a:t>origin</a:t>
            </a:r>
            <a:r>
              <a:rPr lang="da-DK" sz="700" dirty="0"/>
              <a:t> and </a:t>
            </a:r>
            <a:r>
              <a:rPr lang="da-DK" sz="700" dirty="0" err="1"/>
              <a:t>other</a:t>
            </a:r>
            <a:r>
              <a:rPr lang="da-DK" sz="700" dirty="0"/>
              <a:t> </a:t>
            </a:r>
            <a:r>
              <a:rPr lang="da-DK" sz="700" dirty="0" err="1"/>
              <a:t>countries</a:t>
            </a:r>
            <a:r>
              <a:rPr lang="da-DK" sz="700" dirty="0"/>
              <a:t> and </a:t>
            </a:r>
            <a:r>
              <a:rPr lang="da-DK" sz="700" dirty="0" err="1"/>
              <a:t>areas</a:t>
            </a:r>
            <a:r>
              <a:rPr lang="da-DK" sz="700" dirty="0"/>
              <a:t> </a:t>
            </a:r>
            <a:r>
              <a:rPr lang="da-DK" sz="700" dirty="0" err="1"/>
              <a:t>where</a:t>
            </a:r>
            <a:r>
              <a:rPr lang="da-DK" sz="700" dirty="0"/>
              <a:t> the </a:t>
            </a:r>
            <a:r>
              <a:rPr lang="da-DK" sz="700" dirty="0">
                <a:hlinkClick r:id="rId6" tooltip="w:List of countries' copyright lengths"/>
              </a:rPr>
              <a:t>copyright term</a:t>
            </a:r>
            <a:r>
              <a:rPr lang="da-DK" sz="700" dirty="0"/>
              <a:t> is the </a:t>
            </a:r>
            <a:r>
              <a:rPr lang="da-DK" sz="700" dirty="0" err="1"/>
              <a:t>author's</a:t>
            </a:r>
            <a:r>
              <a:rPr lang="da-DK" sz="700" dirty="0"/>
              <a:t> </a:t>
            </a:r>
            <a:r>
              <a:rPr lang="da-DK" sz="700" b="1" dirty="0" err="1"/>
              <a:t>life</a:t>
            </a:r>
            <a:r>
              <a:rPr lang="da-DK" sz="700" b="1" dirty="0"/>
              <a:t> plus 70 </a:t>
            </a:r>
            <a:r>
              <a:rPr lang="da-DK" sz="700" b="1" dirty="0" err="1"/>
              <a:t>years</a:t>
            </a:r>
            <a:r>
              <a:rPr lang="da-DK" sz="700" b="1" dirty="0"/>
              <a:t> or </a:t>
            </a:r>
            <a:r>
              <a:rPr lang="da-DK" sz="700" b="1" dirty="0" err="1"/>
              <a:t>fewer</a:t>
            </a:r>
            <a:r>
              <a:rPr lang="da-DK" sz="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819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5B688-1C03-53FE-0977-4D7E256B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682DEF-E1B1-DEC0-61BA-A5A4259D1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701" y="0"/>
            <a:ext cx="3254045" cy="3543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4307C2-26F5-F2DF-2821-C25628D6E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49" y="1"/>
            <a:ext cx="3372466" cy="37518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32B5C7-730E-66CE-900C-F52E9DF32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545" y="3751868"/>
            <a:ext cx="3855887" cy="31061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4249FA-E475-8E68-7355-900BF01C45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559" y="3619893"/>
            <a:ext cx="3337933" cy="31061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6C9AA4-B904-39E9-645D-9B9C1A48D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793" y="0"/>
            <a:ext cx="4157464" cy="35432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5EEB0C-8551-F297-DD3F-081AA132D9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4" y="3751868"/>
            <a:ext cx="3057215" cy="339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8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DD9C1-94FD-E572-132A-DA279D6D3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dirty="0"/>
              <a:t>WHY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60F15D-8883-E635-6FAB-8041545EA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0" y="3657600"/>
            <a:ext cx="8356600" cy="2781300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statistics can hide the distribution of the data.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Images are expressive and impressive!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3576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C6900-7E1B-455E-C4E0-2CDA50CAC1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dirty="0">
                <a:solidFill>
                  <a:schemeClr val="accent2">
                    <a:alpha val="38000"/>
                  </a:schemeClr>
                </a:solidFill>
              </a:rPr>
              <a:t>BUT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E484D-DD16-6CD7-4BD5-CD3FC3848E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43200" y="3657599"/>
            <a:ext cx="7680960" cy="289402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chart doesn't guarantee you see every signal in your data.</a:t>
            </a:r>
          </a:p>
          <a:p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Bad chart design can be misleading!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914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lorful pencils in a row to form a graph">
            <a:extLst>
              <a:ext uri="{FF2B5EF4-FFF2-40B4-BE49-F238E27FC236}">
                <a16:creationId xmlns:a16="http://schemas.microsoft.com/office/drawing/2014/main" id="{A7A52CEB-E9D6-1C61-3610-AA5B659D4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1181EFD-E8B9-1857-A85F-7C6496D2C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D420C6-4DF6-61D3-701C-155D2281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92600"/>
            <a:ext cx="11247120" cy="3474720"/>
          </a:xfrm>
        </p:spPr>
        <p:txBody>
          <a:bodyPr/>
          <a:lstStyle/>
          <a:p>
            <a:r>
              <a:rPr lang="da-DK" dirty="0"/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401768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 descr="The finished dissolution bar chart">
            <a:extLst>
              <a:ext uri="{FF2B5EF4-FFF2-40B4-BE49-F238E27FC236}">
                <a16:creationId xmlns:a16="http://schemas.microsoft.com/office/drawing/2014/main" id="{779CA854-DD8A-8C9E-634B-6B9FE9230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133" y="1815952"/>
            <a:ext cx="4871429" cy="3300000"/>
          </a:xfrm>
          <a:prstGeom prst="rect">
            <a:avLst/>
          </a:prstGeom>
        </p:spPr>
      </p:pic>
      <p:sp>
        <p:nvSpPr>
          <p:cNvPr id="3" name="Canvas frame">
            <a:extLst>
              <a:ext uri="{FF2B5EF4-FFF2-40B4-BE49-F238E27FC236}">
                <a16:creationId xmlns:a16="http://schemas.microsoft.com/office/drawing/2014/main" id="{80E8248A-75C0-6404-3A9D-8413B8229106}"/>
              </a:ext>
            </a:extLst>
          </p:cNvPr>
          <p:cNvSpPr/>
          <p:nvPr/>
        </p:nvSpPr>
        <p:spPr>
          <a:xfrm>
            <a:off x="3660133" y="1815952"/>
            <a:ext cx="4871429" cy="330000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6E6B6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CC6E0CC-3553-6113-E05B-0DD8CDBA3E19}"/>
              </a:ext>
            </a:extLst>
          </p:cNvPr>
          <p:cNvGrpSpPr/>
          <p:nvPr/>
        </p:nvGrpSpPr>
        <p:grpSpPr>
          <a:xfrm>
            <a:off x="4769967" y="915952"/>
            <a:ext cx="2651760" cy="1351760"/>
            <a:chOff x="4769967" y="915952"/>
            <a:chExt cx="2651760" cy="1351760"/>
          </a:xfrm>
        </p:grpSpPr>
        <p:sp>
          <p:nvSpPr>
            <p:cNvPr id="4" name="Data labels label">
              <a:extLst>
                <a:ext uri="{FF2B5EF4-FFF2-40B4-BE49-F238E27FC236}">
                  <a16:creationId xmlns:a16="http://schemas.microsoft.com/office/drawing/2014/main" id="{2718CFDF-CB54-3602-64F5-843AA2E3C135}"/>
                </a:ext>
              </a:extLst>
            </p:cNvPr>
            <p:cNvSpPr/>
            <p:nvPr/>
          </p:nvSpPr>
          <p:spPr>
            <a:xfrm>
              <a:off x="4769967" y="91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da-DK" b="1" dirty="0" err="1">
                  <a:solidFill>
                    <a:srgbClr val="221F20"/>
                  </a:solidFill>
                </a:rPr>
                <a:t>Gridlines</a:t>
              </a:r>
              <a:endParaRPr lang="da-DK" b="1" dirty="0">
                <a:solidFill>
                  <a:srgbClr val="221F20"/>
                </a:solidFill>
              </a:endParaRPr>
            </a:p>
            <a:p>
              <a:pPr algn="ctr"/>
              <a:r>
                <a:rPr lang="da-DK" sz="1400" dirty="0" err="1">
                  <a:solidFill>
                    <a:srgbClr val="0A7E76"/>
                  </a:solidFill>
                  <a:latin typeface="Consolas"/>
                </a:rPr>
                <a:t>theme_minimal</a:t>
              </a:r>
              <a:r>
                <a:rPr lang="da-DK" sz="1400" dirty="0">
                  <a:solidFill>
                    <a:srgbClr val="0A7E76"/>
                  </a:solidFill>
                  <a:latin typeface="Consolas"/>
                </a:rPr>
                <a:t>()</a:t>
              </a:r>
            </a:p>
          </p:txBody>
        </p:sp>
        <p:cxnSp>
          <p:nvCxnSpPr>
            <p:cNvPr id="5" name="Data labels arrow">
              <a:extLst>
                <a:ext uri="{FF2B5EF4-FFF2-40B4-BE49-F238E27FC236}">
                  <a16:creationId xmlns:a16="http://schemas.microsoft.com/office/drawing/2014/main" id="{F2097F6E-7BD3-CF9D-D9A2-0A83FFE17F39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5504688" y="1601752"/>
              <a:ext cx="591159" cy="665960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EB3356-9D44-4559-B5D1-F8131170C9E9}"/>
              </a:ext>
            </a:extLst>
          </p:cNvPr>
          <p:cNvGrpSpPr/>
          <p:nvPr/>
        </p:nvGrpSpPr>
        <p:grpSpPr>
          <a:xfrm>
            <a:off x="667512" y="3015952"/>
            <a:ext cx="3047621" cy="685800"/>
            <a:chOff x="667512" y="3015952"/>
            <a:chExt cx="3047621" cy="685800"/>
          </a:xfrm>
        </p:grpSpPr>
        <p:sp>
          <p:nvSpPr>
            <p:cNvPr id="6" name="Axis labels label">
              <a:extLst>
                <a:ext uri="{FF2B5EF4-FFF2-40B4-BE49-F238E27FC236}">
                  <a16:creationId xmlns:a16="http://schemas.microsoft.com/office/drawing/2014/main" id="{A16EB47A-C195-6D27-3273-519A1E387DED}"/>
                </a:ext>
              </a:extLst>
            </p:cNvPr>
            <p:cNvSpPr/>
            <p:nvPr/>
          </p:nvSpPr>
          <p:spPr>
            <a:xfrm>
              <a:off x="667512" y="301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800" b="1">
                  <a:solidFill>
                    <a:srgbClr val="221F20"/>
                  </a:solidFill>
                </a:rPr>
                <a:t>Axis labels</a:t>
              </a:r>
            </a:p>
            <a:p>
              <a:pPr algn="ctr"/>
              <a:r>
                <a:rPr sz="1400">
                  <a:solidFill>
                    <a:srgbClr val="0A7E76"/>
                  </a:solidFill>
                  <a:latin typeface="Consolas"/>
                </a:rPr>
                <a:t>labs(x = ..., y = ...)</a:t>
              </a:r>
            </a:p>
          </p:txBody>
        </p:sp>
        <p:cxnSp>
          <p:nvCxnSpPr>
            <p:cNvPr id="7" name="Axis labels arrow">
              <a:extLst>
                <a:ext uri="{FF2B5EF4-FFF2-40B4-BE49-F238E27FC236}">
                  <a16:creationId xmlns:a16="http://schemas.microsoft.com/office/drawing/2014/main" id="{4DC8878C-60B4-EE08-6C4E-6D12C66A92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272" y="3352023"/>
              <a:ext cx="395861" cy="6829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307D3-3F17-C2A8-6876-A4DAFAE7ACCE}"/>
              </a:ext>
            </a:extLst>
          </p:cNvPr>
          <p:cNvGrpSpPr/>
          <p:nvPr/>
        </p:nvGrpSpPr>
        <p:grpSpPr>
          <a:xfrm>
            <a:off x="667512" y="4190026"/>
            <a:ext cx="3491549" cy="1061726"/>
            <a:chOff x="667512" y="4190026"/>
            <a:chExt cx="3491549" cy="1061726"/>
          </a:xfrm>
        </p:grpSpPr>
        <p:sp>
          <p:nvSpPr>
            <p:cNvPr id="8" name="Y-axis label">
              <a:extLst>
                <a:ext uri="{FF2B5EF4-FFF2-40B4-BE49-F238E27FC236}">
                  <a16:creationId xmlns:a16="http://schemas.microsoft.com/office/drawing/2014/main" id="{76FE5B9A-682F-45A8-F391-AA1C7743DF1D}"/>
                </a:ext>
              </a:extLst>
            </p:cNvPr>
            <p:cNvSpPr/>
            <p:nvPr/>
          </p:nvSpPr>
          <p:spPr>
            <a:xfrm>
              <a:off x="667512" y="456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800" b="1" dirty="0">
                  <a:solidFill>
                    <a:srgbClr val="221F20"/>
                  </a:solidFill>
                </a:rPr>
                <a:t>Y-axis</a:t>
              </a:r>
            </a:p>
            <a:p>
              <a:pPr algn="ctr"/>
              <a:r>
                <a:rPr sz="1400" dirty="0" err="1">
                  <a:solidFill>
                    <a:srgbClr val="0A7E76"/>
                  </a:solidFill>
                  <a:latin typeface="Consolas"/>
                </a:rPr>
                <a:t>aes</a:t>
              </a:r>
              <a:r>
                <a:rPr sz="1400" dirty="0">
                  <a:solidFill>
                    <a:srgbClr val="0A7E76"/>
                  </a:solidFill>
                  <a:latin typeface="Consolas"/>
                </a:rPr>
                <a:t>(y = </a:t>
              </a:r>
              <a:r>
                <a:rPr sz="1400" dirty="0" err="1">
                  <a:solidFill>
                    <a:srgbClr val="0A7E76"/>
                  </a:solidFill>
                  <a:latin typeface="Consolas"/>
                </a:rPr>
                <a:t>released_pct</a:t>
              </a:r>
              <a:r>
                <a:rPr sz="1400" dirty="0">
                  <a:solidFill>
                    <a:srgbClr val="0A7E76"/>
                  </a:solidFill>
                  <a:latin typeface="Consolas"/>
                </a:rPr>
                <a:t>)</a:t>
              </a:r>
            </a:p>
          </p:txBody>
        </p:sp>
        <p:cxnSp>
          <p:nvCxnSpPr>
            <p:cNvPr id="9" name="Y-axis arrow">
              <a:extLst>
                <a:ext uri="{FF2B5EF4-FFF2-40B4-BE49-F238E27FC236}">
                  <a16:creationId xmlns:a16="http://schemas.microsoft.com/office/drawing/2014/main" id="{369C5DDD-B724-883E-DD13-36F0199B5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272" y="4190026"/>
              <a:ext cx="839789" cy="718826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FDE27E-BD73-9FA9-D5C5-328DD8450253}"/>
              </a:ext>
            </a:extLst>
          </p:cNvPr>
          <p:cNvGrpSpPr/>
          <p:nvPr/>
        </p:nvGrpSpPr>
        <p:grpSpPr>
          <a:xfrm>
            <a:off x="667512" y="915952"/>
            <a:ext cx="3491549" cy="1752023"/>
            <a:chOff x="667512" y="915952"/>
            <a:chExt cx="3491549" cy="1752023"/>
          </a:xfrm>
        </p:grpSpPr>
        <p:sp>
          <p:nvSpPr>
            <p:cNvPr id="10" name="Ticks and axis lines label">
              <a:extLst>
                <a:ext uri="{FF2B5EF4-FFF2-40B4-BE49-F238E27FC236}">
                  <a16:creationId xmlns:a16="http://schemas.microsoft.com/office/drawing/2014/main" id="{CA26ED80-8EDE-F3AA-174D-882BE3BAA8CF}"/>
                </a:ext>
              </a:extLst>
            </p:cNvPr>
            <p:cNvSpPr/>
            <p:nvPr/>
          </p:nvSpPr>
          <p:spPr>
            <a:xfrm>
              <a:off x="667512" y="91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800" b="1" dirty="0">
                  <a:solidFill>
                    <a:srgbClr val="221F20"/>
                  </a:solidFill>
                </a:rPr>
                <a:t>Ticks</a:t>
              </a:r>
              <a:endParaRPr lang="da-DK" sz="1800" b="1" dirty="0">
                <a:solidFill>
                  <a:srgbClr val="221F2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0A7E76"/>
                  </a:solidFill>
                  <a:latin typeface="Consolas"/>
                </a:rPr>
                <a:t>theme(</a:t>
              </a:r>
              <a:r>
                <a:rPr lang="en-US" sz="1400" dirty="0" err="1">
                  <a:solidFill>
                    <a:srgbClr val="0A7E76"/>
                  </a:solidFill>
                  <a:latin typeface="Consolas"/>
                </a:rPr>
                <a:t>axis.ticks</a:t>
              </a:r>
              <a:r>
                <a:rPr lang="en-US" sz="1400" dirty="0">
                  <a:solidFill>
                    <a:srgbClr val="0A7E76"/>
                  </a:solidFill>
                  <a:latin typeface="Consolas"/>
                </a:rPr>
                <a:t>)</a:t>
              </a:r>
            </a:p>
          </p:txBody>
        </p:sp>
        <p:cxnSp>
          <p:nvCxnSpPr>
            <p:cNvPr id="11" name="Ticks and axis lines arrow">
              <a:extLst>
                <a:ext uri="{FF2B5EF4-FFF2-40B4-BE49-F238E27FC236}">
                  <a16:creationId xmlns:a16="http://schemas.microsoft.com/office/drawing/2014/main" id="{A4805E39-88C5-CA95-E676-1357A9DEE8AF}"/>
                </a:ext>
              </a:extLst>
            </p:cNvPr>
            <p:cNvCxnSpPr/>
            <p:nvPr/>
          </p:nvCxnSpPr>
          <p:spPr>
            <a:xfrm>
              <a:off x="3319272" y="1258852"/>
              <a:ext cx="839789" cy="1409123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F08E37-C40E-D37F-4986-8E232858A6B4}"/>
              </a:ext>
            </a:extLst>
          </p:cNvPr>
          <p:cNvGrpSpPr/>
          <p:nvPr/>
        </p:nvGrpSpPr>
        <p:grpSpPr>
          <a:xfrm>
            <a:off x="8032633" y="915952"/>
            <a:ext cx="3491550" cy="1018331"/>
            <a:chOff x="8032633" y="915952"/>
            <a:chExt cx="3491550" cy="1018331"/>
          </a:xfrm>
        </p:grpSpPr>
        <p:sp>
          <p:nvSpPr>
            <p:cNvPr id="12" name="Gridlines label">
              <a:extLst>
                <a:ext uri="{FF2B5EF4-FFF2-40B4-BE49-F238E27FC236}">
                  <a16:creationId xmlns:a16="http://schemas.microsoft.com/office/drawing/2014/main" id="{69A8C31C-8D1A-43B6-2D73-94A0543A6051}"/>
                </a:ext>
              </a:extLst>
            </p:cNvPr>
            <p:cNvSpPr/>
            <p:nvPr/>
          </p:nvSpPr>
          <p:spPr>
            <a:xfrm>
              <a:off x="8872423" y="91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da-DK" b="1" dirty="0">
                  <a:solidFill>
                    <a:srgbClr val="221F20"/>
                  </a:solidFill>
                </a:rPr>
                <a:t>Data labels</a:t>
              </a:r>
            </a:p>
            <a:p>
              <a:pPr algn="ctr"/>
              <a:r>
                <a:rPr lang="da-DK" sz="1400" dirty="0" err="1">
                  <a:solidFill>
                    <a:srgbClr val="0A7E76"/>
                  </a:solidFill>
                  <a:latin typeface="Consolas"/>
                </a:rPr>
                <a:t>geom_text</a:t>
              </a:r>
              <a:r>
                <a:rPr lang="da-DK" sz="1400" dirty="0">
                  <a:solidFill>
                    <a:srgbClr val="0A7E76"/>
                  </a:solidFill>
                  <a:latin typeface="Consolas"/>
                </a:rPr>
                <a:t>()</a:t>
              </a:r>
            </a:p>
          </p:txBody>
        </p:sp>
        <p:cxnSp>
          <p:nvCxnSpPr>
            <p:cNvPr id="13" name="Gridlines arrow">
              <a:extLst>
                <a:ext uri="{FF2B5EF4-FFF2-40B4-BE49-F238E27FC236}">
                  <a16:creationId xmlns:a16="http://schemas.microsoft.com/office/drawing/2014/main" id="{54928EEB-96E4-094E-A997-16ED8304E4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2633" y="1258852"/>
              <a:ext cx="839790" cy="675431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anvas label">
            <a:extLst>
              <a:ext uri="{FF2B5EF4-FFF2-40B4-BE49-F238E27FC236}">
                <a16:creationId xmlns:a16="http://schemas.microsoft.com/office/drawing/2014/main" id="{8973E037-6BDC-02F1-80F7-C82926C1466F}"/>
              </a:ext>
            </a:extLst>
          </p:cNvPr>
          <p:cNvSpPr/>
          <p:nvPr/>
        </p:nvSpPr>
        <p:spPr>
          <a:xfrm>
            <a:off x="8872423" y="3015952"/>
            <a:ext cx="2651760" cy="685800"/>
          </a:xfrm>
          <a:prstGeom prst="roundRect">
            <a:avLst>
              <a:gd name="adj" fmla="val 20000"/>
            </a:avLst>
          </a:prstGeom>
          <a:noFill/>
          <a:ln w="19050">
            <a:solidFill>
              <a:srgbClr val="6E6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21F20"/>
                </a:solidFill>
              </a:rPr>
              <a:t>Canvas</a:t>
            </a:r>
          </a:p>
          <a:p>
            <a:pPr algn="ctr"/>
            <a:r>
              <a:rPr sz="1400">
                <a:solidFill>
                  <a:srgbClr val="0A7E76"/>
                </a:solidFill>
                <a:latin typeface="Consolas"/>
              </a:rPr>
              <a:t>ggplot()</a:t>
            </a:r>
          </a:p>
        </p:txBody>
      </p:sp>
      <p:cxnSp>
        <p:nvCxnSpPr>
          <p:cNvPr id="15" name="Canvas arrow">
            <a:extLst>
              <a:ext uri="{FF2B5EF4-FFF2-40B4-BE49-F238E27FC236}">
                <a16:creationId xmlns:a16="http://schemas.microsoft.com/office/drawing/2014/main" id="{D111FF36-DF1D-5A72-B9EA-76B89CE9289D}"/>
              </a:ext>
            </a:extLst>
          </p:cNvPr>
          <p:cNvCxnSpPr/>
          <p:nvPr/>
        </p:nvCxnSpPr>
        <p:spPr>
          <a:xfrm flipH="1">
            <a:off x="8531562" y="3358852"/>
            <a:ext cx="340861" cy="0"/>
          </a:xfrm>
          <a:prstGeom prst="line">
            <a:avLst/>
          </a:prstGeom>
          <a:ln w="19050">
            <a:solidFill>
              <a:srgbClr val="6E6B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0D62C0-7AD1-2150-7E08-DE515C1E82F2}"/>
              </a:ext>
            </a:extLst>
          </p:cNvPr>
          <p:cNvGrpSpPr/>
          <p:nvPr/>
        </p:nvGrpSpPr>
        <p:grpSpPr>
          <a:xfrm>
            <a:off x="7957990" y="4143372"/>
            <a:ext cx="3566193" cy="1108380"/>
            <a:chOff x="7957990" y="4143372"/>
            <a:chExt cx="3566193" cy="1108380"/>
          </a:xfrm>
        </p:grpSpPr>
        <p:sp>
          <p:nvSpPr>
            <p:cNvPr id="16" name="Data series label">
              <a:extLst>
                <a:ext uri="{FF2B5EF4-FFF2-40B4-BE49-F238E27FC236}">
                  <a16:creationId xmlns:a16="http://schemas.microsoft.com/office/drawing/2014/main" id="{4355F081-E5F4-DB30-725B-49921FCE4926}"/>
                </a:ext>
              </a:extLst>
            </p:cNvPr>
            <p:cNvSpPr/>
            <p:nvPr/>
          </p:nvSpPr>
          <p:spPr>
            <a:xfrm>
              <a:off x="8872423" y="456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800" b="1" dirty="0">
                  <a:solidFill>
                    <a:srgbClr val="221F20"/>
                  </a:solidFill>
                </a:rPr>
                <a:t>Data</a:t>
              </a:r>
            </a:p>
            <a:p>
              <a:pPr algn="ctr"/>
              <a:r>
                <a:rPr sz="1400" dirty="0" err="1">
                  <a:solidFill>
                    <a:srgbClr val="0A7E76"/>
                  </a:solidFill>
                  <a:latin typeface="Consolas"/>
                </a:rPr>
                <a:t>geom_col</a:t>
              </a:r>
              <a:r>
                <a:rPr sz="1400" dirty="0">
                  <a:solidFill>
                    <a:srgbClr val="0A7E76"/>
                  </a:solidFill>
                  <a:latin typeface="Consolas"/>
                </a:rPr>
                <a:t>(fill = ...)</a:t>
              </a:r>
            </a:p>
          </p:txBody>
        </p:sp>
        <p:cxnSp>
          <p:nvCxnSpPr>
            <p:cNvPr id="17" name="Data series arrow">
              <a:extLst>
                <a:ext uri="{FF2B5EF4-FFF2-40B4-BE49-F238E27FC236}">
                  <a16:creationId xmlns:a16="http://schemas.microsoft.com/office/drawing/2014/main" id="{9601F949-5C6E-CF8C-4B56-AA9766FAF407}"/>
                </a:ext>
              </a:extLst>
            </p:cNvPr>
            <p:cNvCxnSpPr/>
            <p:nvPr/>
          </p:nvCxnSpPr>
          <p:spPr>
            <a:xfrm flipH="1" flipV="1">
              <a:off x="7957990" y="4143372"/>
              <a:ext cx="914433" cy="765480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A3616E2-E227-EA5A-ED8A-4E6F09C9ED2E}"/>
              </a:ext>
            </a:extLst>
          </p:cNvPr>
          <p:cNvGrpSpPr/>
          <p:nvPr/>
        </p:nvGrpSpPr>
        <p:grpSpPr>
          <a:xfrm>
            <a:off x="4769967" y="4681728"/>
            <a:ext cx="2651760" cy="1400024"/>
            <a:chOff x="4769967" y="4681728"/>
            <a:chExt cx="2651760" cy="1400024"/>
          </a:xfrm>
        </p:grpSpPr>
        <p:sp>
          <p:nvSpPr>
            <p:cNvPr id="18" name="X-axis label">
              <a:extLst>
                <a:ext uri="{FF2B5EF4-FFF2-40B4-BE49-F238E27FC236}">
                  <a16:creationId xmlns:a16="http://schemas.microsoft.com/office/drawing/2014/main" id="{1B3F6067-C33D-F260-F684-B56E27108F6D}"/>
                </a:ext>
              </a:extLst>
            </p:cNvPr>
            <p:cNvSpPr/>
            <p:nvPr/>
          </p:nvSpPr>
          <p:spPr>
            <a:xfrm>
              <a:off x="4769967" y="5395952"/>
              <a:ext cx="2651760" cy="6858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800" b="1">
                  <a:solidFill>
                    <a:srgbClr val="221F20"/>
                  </a:solidFill>
                </a:rPr>
                <a:t>X-axis</a:t>
              </a:r>
            </a:p>
            <a:p>
              <a:pPr algn="ctr"/>
              <a:r>
                <a:rPr sz="1400">
                  <a:solidFill>
                    <a:srgbClr val="0A7E76"/>
                  </a:solidFill>
                  <a:latin typeface="Consolas"/>
                </a:rPr>
                <a:t>aes(x = time_min)</a:t>
              </a:r>
            </a:p>
          </p:txBody>
        </p:sp>
        <p:cxnSp>
          <p:nvCxnSpPr>
            <p:cNvPr id="19" name="X-axis arrow">
              <a:extLst>
                <a:ext uri="{FF2B5EF4-FFF2-40B4-BE49-F238E27FC236}">
                  <a16:creationId xmlns:a16="http://schemas.microsoft.com/office/drawing/2014/main" id="{9B9B58E1-2232-FC0B-E344-7B8678D1D5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4920" y="4681728"/>
              <a:ext cx="295047" cy="714224"/>
            </a:xfrm>
            <a:prstGeom prst="line">
              <a:avLst/>
            </a:prstGeom>
            <a:ln w="19050">
              <a:solidFill>
                <a:srgbClr val="6E6B6C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620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AD7E6E-DC15-7C91-38EC-CD968BE0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>
            <a:normAutofit/>
          </a:bodyPr>
          <a:lstStyle/>
          <a:p>
            <a:r>
              <a:rPr lang="da-DK" dirty="0"/>
              <a:t>Chart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5D7B-8004-BB25-C81A-2AB53AEA4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https://www.data-to-viz.com/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AC5F5-369A-D4F9-2E09-93C728452DC0}"/>
              </a:ext>
            </a:extLst>
          </p:cNvPr>
          <p:cNvSpPr txBox="1"/>
          <p:nvPr/>
        </p:nvSpPr>
        <p:spPr>
          <a:xfrm>
            <a:off x="667512" y="3017520"/>
            <a:ext cx="4206240" cy="3017520"/>
          </a:xfrm>
        </p:spPr>
        <p:txBody>
          <a:bodyPr vert="horz" lIns="0" tIns="0" rIns="0" bIns="0" rtlCol="0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endParaRPr lang="en-US" sz="2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AB7B86-BEF8-8083-C903-3394FCC2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181" b="48820"/>
          <a:stretch>
            <a:fillRect/>
          </a:stretch>
        </p:blipFill>
        <p:spPr>
          <a:xfrm>
            <a:off x="6302821" y="8286"/>
            <a:ext cx="5221362" cy="68414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1636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link Numerical to Continuous">
            <a:extLst>
              <a:ext uri="{FF2B5EF4-FFF2-40B4-BE49-F238E27FC236}">
                <a16:creationId xmlns:a16="http://schemas.microsoft.com/office/drawing/2014/main" id="{95E31CD1-A0F6-47F7-AFD5-E48D0F7F946A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16200000" flipH="1">
            <a:off x="9323673" y="3017297"/>
            <a:ext cx="584200" cy="1407605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ink Numerical to Discrete">
            <a:extLst>
              <a:ext uri="{FF2B5EF4-FFF2-40B4-BE49-F238E27FC236}">
                <a16:creationId xmlns:a16="http://schemas.microsoft.com/office/drawing/2014/main" id="{45566FD2-9270-4C02-86FD-1FE5EC7397B2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5400000">
            <a:off x="7916069" y="3017298"/>
            <a:ext cx="584200" cy="1407604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nk Categorical to Ordinal">
            <a:extLst>
              <a:ext uri="{FF2B5EF4-FFF2-40B4-BE49-F238E27FC236}">
                <a16:creationId xmlns:a16="http://schemas.microsoft.com/office/drawing/2014/main" id="{D45AE8C8-735A-4379-9A3B-46600538B1DA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16200000" flipH="1">
            <a:off x="3693255" y="3017297"/>
            <a:ext cx="584200" cy="1407605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nk Categorical to Nominal">
            <a:extLst>
              <a:ext uri="{FF2B5EF4-FFF2-40B4-BE49-F238E27FC236}">
                <a16:creationId xmlns:a16="http://schemas.microsoft.com/office/drawing/2014/main" id="{1F1B290A-3248-4D77-B4EC-828CA864BAA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285651" y="3017298"/>
            <a:ext cx="584200" cy="1407604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nk Data to Numerical">
            <a:extLst>
              <a:ext uri="{FF2B5EF4-FFF2-40B4-BE49-F238E27FC236}">
                <a16:creationId xmlns:a16="http://schemas.microsoft.com/office/drawing/2014/main" id="{9BBDD3A9-82E7-4DFC-B037-4A27CA9D67D2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rot="16200000" flipH="1">
            <a:off x="7275766" y="1233995"/>
            <a:ext cx="457200" cy="2815209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nk Data to Categorical">
            <a:extLst>
              <a:ext uri="{FF2B5EF4-FFF2-40B4-BE49-F238E27FC236}">
                <a16:creationId xmlns:a16="http://schemas.microsoft.com/office/drawing/2014/main" id="{01349404-3AD0-4370-9360-2AFBAED8A1D7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>
            <a:off x="4460558" y="1233996"/>
            <a:ext cx="457200" cy="2815209"/>
          </a:xfrm>
          <a:prstGeom prst="bentConnector3">
            <a:avLst>
              <a:gd name="adj1" fmla="val 50000"/>
            </a:avLst>
          </a:prstGeom>
          <a:ln w="19050">
            <a:solidFill>
              <a:srgbClr val="6E6B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a">
            <a:extLst>
              <a:ext uri="{FF2B5EF4-FFF2-40B4-BE49-F238E27FC236}">
                <a16:creationId xmlns:a16="http://schemas.microsoft.com/office/drawing/2014/main" id="{28727B12-05C9-43C8-846E-DB38E0A29A7E}"/>
              </a:ext>
            </a:extLst>
          </p:cNvPr>
          <p:cNvSpPr/>
          <p:nvPr/>
        </p:nvSpPr>
        <p:spPr>
          <a:xfrm>
            <a:off x="4763262" y="1803400"/>
            <a:ext cx="2667000" cy="609600"/>
          </a:xfrm>
          <a:prstGeom prst="roundRect">
            <a:avLst>
              <a:gd name="adj" fmla="val 22000"/>
            </a:avLst>
          </a:prstGeom>
          <a:solidFill>
            <a:srgbClr val="221F20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de-DE" sz="2400" b="1">
                <a:solidFill>
                  <a:srgbClr val="FFFFFF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4" name="Categorical">
            <a:extLst>
              <a:ext uri="{FF2B5EF4-FFF2-40B4-BE49-F238E27FC236}">
                <a16:creationId xmlns:a16="http://schemas.microsoft.com/office/drawing/2014/main" id="{40FB982F-A86A-41D9-8F15-6D0D60408010}"/>
              </a:ext>
            </a:extLst>
          </p:cNvPr>
          <p:cNvSpPr/>
          <p:nvPr/>
        </p:nvSpPr>
        <p:spPr>
          <a:xfrm>
            <a:off x="1948053" y="2870200"/>
            <a:ext cx="2667000" cy="558800"/>
          </a:xfrm>
          <a:prstGeom prst="roundRect">
            <a:avLst>
              <a:gd name="adj" fmla="val 22000"/>
            </a:avLst>
          </a:prstGeom>
          <a:solidFill>
            <a:srgbClr val="E2E1E2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de-DE" sz="2000" b="1">
                <a:solidFill>
                  <a:srgbClr val="221F20"/>
                </a:solidFill>
                <a:latin typeface="Arial" panose="020B0604020202020204" pitchFamily="34" charset="0"/>
              </a:rPr>
              <a:t>Categorical</a:t>
            </a:r>
          </a:p>
        </p:txBody>
      </p:sp>
      <p:sp>
        <p:nvSpPr>
          <p:cNvPr id="5" name="Numerical">
            <a:extLst>
              <a:ext uri="{FF2B5EF4-FFF2-40B4-BE49-F238E27FC236}">
                <a16:creationId xmlns:a16="http://schemas.microsoft.com/office/drawing/2014/main" id="{E29292CD-01F7-482F-9BFE-654CBDABE34D}"/>
              </a:ext>
            </a:extLst>
          </p:cNvPr>
          <p:cNvSpPr/>
          <p:nvPr/>
        </p:nvSpPr>
        <p:spPr>
          <a:xfrm>
            <a:off x="7578471" y="2870200"/>
            <a:ext cx="2667000" cy="558800"/>
          </a:xfrm>
          <a:prstGeom prst="roundRect">
            <a:avLst>
              <a:gd name="adj" fmla="val 22000"/>
            </a:avLst>
          </a:prstGeom>
          <a:solidFill>
            <a:srgbClr val="E2E1E2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0" rIns="50800" bIns="0" rtlCol="0" anchor="ctr"/>
          <a:lstStyle/>
          <a:p>
            <a:pPr algn="ctr"/>
            <a:r>
              <a:rPr lang="de-DE" sz="2000" b="1">
                <a:solidFill>
                  <a:srgbClr val="221F20"/>
                </a:solidFill>
                <a:latin typeface="Arial" panose="020B0604020202020204" pitchFamily="34" charset="0"/>
              </a:rPr>
              <a:t>Numerical</a:t>
            </a:r>
          </a:p>
        </p:txBody>
      </p:sp>
      <p:sp>
        <p:nvSpPr>
          <p:cNvPr id="6" name="Nominal">
            <a:extLst>
              <a:ext uri="{FF2B5EF4-FFF2-40B4-BE49-F238E27FC236}">
                <a16:creationId xmlns:a16="http://schemas.microsoft.com/office/drawing/2014/main" id="{5197BA99-2B83-4D66-A2D1-E0276AC42D57}"/>
              </a:ext>
            </a:extLst>
          </p:cNvPr>
          <p:cNvSpPr/>
          <p:nvPr/>
        </p:nvSpPr>
        <p:spPr>
          <a:xfrm>
            <a:off x="667512" y="4013200"/>
            <a:ext cx="2412873" cy="2362200"/>
          </a:xfrm>
          <a:prstGeom prst="roundRect">
            <a:avLst>
              <a:gd name="adj" fmla="val 7000"/>
            </a:avLst>
          </a:prstGeom>
          <a:solidFill>
            <a:srgbClr val="E4F6F5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Nominal name">
            <a:extLst>
              <a:ext uri="{FF2B5EF4-FFF2-40B4-BE49-F238E27FC236}">
                <a16:creationId xmlns:a16="http://schemas.microsoft.com/office/drawing/2014/main" id="{5E8821C8-193C-47CE-9C2D-FF0D9EB28810}"/>
              </a:ext>
            </a:extLst>
          </p:cNvPr>
          <p:cNvSpPr txBox="1"/>
          <p:nvPr/>
        </p:nvSpPr>
        <p:spPr>
          <a:xfrm>
            <a:off x="667512" y="4160223"/>
            <a:ext cx="2412873" cy="338554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2200" b="1">
                <a:solidFill>
                  <a:srgbClr val="0A7E76"/>
                </a:solidFill>
                <a:latin typeface="Arial" panose="020B0604020202020204" pitchFamily="34" charset="0"/>
              </a:rPr>
              <a:t>Nominal</a:t>
            </a:r>
          </a:p>
        </p:txBody>
      </p:sp>
      <p:sp>
        <p:nvSpPr>
          <p:cNvPr id="8" name="Nominal note">
            <a:extLst>
              <a:ext uri="{FF2B5EF4-FFF2-40B4-BE49-F238E27FC236}">
                <a16:creationId xmlns:a16="http://schemas.microsoft.com/office/drawing/2014/main" id="{BA1CB100-E2EF-4458-A102-8FECDD2FE6B1}"/>
              </a:ext>
            </a:extLst>
          </p:cNvPr>
          <p:cNvSpPr txBox="1"/>
          <p:nvPr/>
        </p:nvSpPr>
        <p:spPr>
          <a:xfrm>
            <a:off x="667512" y="4612789"/>
            <a:ext cx="2412873" cy="246221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600">
                <a:solidFill>
                  <a:srgbClr val="6E6B6C"/>
                </a:solidFill>
                <a:latin typeface="Arial" panose="020B0604020202020204" pitchFamily="34" charset="0"/>
              </a:rPr>
              <a:t>no order</a:t>
            </a:r>
          </a:p>
        </p:txBody>
      </p:sp>
      <p:sp>
        <p:nvSpPr>
          <p:cNvPr id="9" name="Nominal example">
            <a:extLst>
              <a:ext uri="{FF2B5EF4-FFF2-40B4-BE49-F238E27FC236}">
                <a16:creationId xmlns:a16="http://schemas.microsoft.com/office/drawing/2014/main" id="{14AF20B5-6DC8-47AA-A3B5-1F3CD0B02C23}"/>
              </a:ext>
            </a:extLst>
          </p:cNvPr>
          <p:cNvSpPr txBox="1"/>
          <p:nvPr/>
        </p:nvSpPr>
        <p:spPr>
          <a:xfrm>
            <a:off x="667512" y="5814283"/>
            <a:ext cx="2412873" cy="230832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en-US" sz="1500">
                <a:solidFill>
                  <a:srgbClr val="221F20"/>
                </a:solidFill>
                <a:latin typeface="Arial" panose="020B0604020202020204" pitchFamily="34" charset="0"/>
              </a:rPr>
              <a:t>Batch A, B or C</a:t>
            </a:r>
            <a:endParaRPr lang="de-DE" sz="1500">
              <a:solidFill>
                <a:srgbClr val="221F20"/>
              </a:solidFill>
              <a:latin typeface="Arial" panose="020B0604020202020204" pitchFamily="34" charset="0"/>
            </a:endParaRPr>
          </a:p>
        </p:txBody>
      </p:sp>
      <p:sp>
        <p:nvSpPr>
          <p:cNvPr id="10" name="Ordinal">
            <a:extLst>
              <a:ext uri="{FF2B5EF4-FFF2-40B4-BE49-F238E27FC236}">
                <a16:creationId xmlns:a16="http://schemas.microsoft.com/office/drawing/2014/main" id="{3E5A755E-FE02-4D11-9704-D5489F8D7CBE}"/>
              </a:ext>
            </a:extLst>
          </p:cNvPr>
          <p:cNvSpPr/>
          <p:nvPr/>
        </p:nvSpPr>
        <p:spPr>
          <a:xfrm>
            <a:off x="3482721" y="4013200"/>
            <a:ext cx="2412873" cy="2362200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Ordinal name">
            <a:extLst>
              <a:ext uri="{FF2B5EF4-FFF2-40B4-BE49-F238E27FC236}">
                <a16:creationId xmlns:a16="http://schemas.microsoft.com/office/drawing/2014/main" id="{41D09223-CC6A-4738-A4D6-5034AD8317AD}"/>
              </a:ext>
            </a:extLst>
          </p:cNvPr>
          <p:cNvSpPr txBox="1"/>
          <p:nvPr/>
        </p:nvSpPr>
        <p:spPr>
          <a:xfrm>
            <a:off x="3482721" y="4160223"/>
            <a:ext cx="2412873" cy="338554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2200" b="1">
                <a:solidFill>
                  <a:srgbClr val="C32D45"/>
                </a:solidFill>
                <a:latin typeface="Arial" panose="020B0604020202020204" pitchFamily="34" charset="0"/>
              </a:rPr>
              <a:t>Ordinal</a:t>
            </a:r>
          </a:p>
        </p:txBody>
      </p:sp>
      <p:sp>
        <p:nvSpPr>
          <p:cNvPr id="12" name="Ordinal note">
            <a:extLst>
              <a:ext uri="{FF2B5EF4-FFF2-40B4-BE49-F238E27FC236}">
                <a16:creationId xmlns:a16="http://schemas.microsoft.com/office/drawing/2014/main" id="{E9579462-23A3-452A-BF5D-635E16D480CF}"/>
              </a:ext>
            </a:extLst>
          </p:cNvPr>
          <p:cNvSpPr txBox="1"/>
          <p:nvPr/>
        </p:nvSpPr>
        <p:spPr>
          <a:xfrm>
            <a:off x="3482721" y="4612789"/>
            <a:ext cx="2412873" cy="246221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600">
                <a:solidFill>
                  <a:srgbClr val="6E6B6C"/>
                </a:solidFill>
                <a:latin typeface="Arial" panose="020B0604020202020204" pitchFamily="34" charset="0"/>
              </a:rPr>
              <a:t>order</a:t>
            </a:r>
          </a:p>
        </p:txBody>
      </p:sp>
      <p:sp>
        <p:nvSpPr>
          <p:cNvPr id="13" name="Ordinal example">
            <a:extLst>
              <a:ext uri="{FF2B5EF4-FFF2-40B4-BE49-F238E27FC236}">
                <a16:creationId xmlns:a16="http://schemas.microsoft.com/office/drawing/2014/main" id="{EC6266DB-3412-4520-B101-AA1B4913242C}"/>
              </a:ext>
            </a:extLst>
          </p:cNvPr>
          <p:cNvSpPr txBox="1"/>
          <p:nvPr/>
        </p:nvSpPr>
        <p:spPr>
          <a:xfrm>
            <a:off x="3482721" y="5814284"/>
            <a:ext cx="2412873" cy="230832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500">
                <a:solidFill>
                  <a:srgbClr val="221F20"/>
                </a:solidFill>
                <a:latin typeface="Arial" panose="020B0604020202020204" pitchFamily="34" charset="0"/>
              </a:rPr>
              <a:t>Mild, moderate, severe</a:t>
            </a:r>
          </a:p>
        </p:txBody>
      </p:sp>
      <p:sp>
        <p:nvSpPr>
          <p:cNvPr id="14" name="Discrete">
            <a:extLst>
              <a:ext uri="{FF2B5EF4-FFF2-40B4-BE49-F238E27FC236}">
                <a16:creationId xmlns:a16="http://schemas.microsoft.com/office/drawing/2014/main" id="{EE3E104D-372D-48E6-9FBB-BDB688AF4851}"/>
              </a:ext>
            </a:extLst>
          </p:cNvPr>
          <p:cNvSpPr/>
          <p:nvPr/>
        </p:nvSpPr>
        <p:spPr>
          <a:xfrm>
            <a:off x="6297930" y="4013200"/>
            <a:ext cx="2412873" cy="2362200"/>
          </a:xfrm>
          <a:prstGeom prst="roundRect">
            <a:avLst>
              <a:gd name="adj" fmla="val 7000"/>
            </a:avLst>
          </a:prstGeom>
          <a:solidFill>
            <a:srgbClr val="EAF0F8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Discrete name">
            <a:extLst>
              <a:ext uri="{FF2B5EF4-FFF2-40B4-BE49-F238E27FC236}">
                <a16:creationId xmlns:a16="http://schemas.microsoft.com/office/drawing/2014/main" id="{9E3A36F3-0516-4B3D-8D4A-92BE9B2DB308}"/>
              </a:ext>
            </a:extLst>
          </p:cNvPr>
          <p:cNvSpPr txBox="1"/>
          <p:nvPr/>
        </p:nvSpPr>
        <p:spPr>
          <a:xfrm>
            <a:off x="6297930" y="4160223"/>
            <a:ext cx="2412873" cy="338554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2200" b="1">
                <a:solidFill>
                  <a:srgbClr val="3A6AAC"/>
                </a:solidFill>
                <a:latin typeface="Arial" panose="020B0604020202020204" pitchFamily="34" charset="0"/>
              </a:rPr>
              <a:t>Discrete</a:t>
            </a:r>
          </a:p>
        </p:txBody>
      </p:sp>
      <p:sp>
        <p:nvSpPr>
          <p:cNvPr id="16" name="Discrete note">
            <a:extLst>
              <a:ext uri="{FF2B5EF4-FFF2-40B4-BE49-F238E27FC236}">
                <a16:creationId xmlns:a16="http://schemas.microsoft.com/office/drawing/2014/main" id="{77412766-3E72-4E96-B652-5487D5C6E611}"/>
              </a:ext>
            </a:extLst>
          </p:cNvPr>
          <p:cNvSpPr txBox="1"/>
          <p:nvPr/>
        </p:nvSpPr>
        <p:spPr>
          <a:xfrm>
            <a:off x="6297930" y="4612789"/>
            <a:ext cx="2412873" cy="246221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600">
                <a:solidFill>
                  <a:srgbClr val="6E6B6C"/>
                </a:solidFill>
                <a:latin typeface="Arial" panose="020B0604020202020204" pitchFamily="34" charset="0"/>
              </a:rPr>
              <a:t>separate values</a:t>
            </a:r>
          </a:p>
        </p:txBody>
      </p:sp>
      <p:sp>
        <p:nvSpPr>
          <p:cNvPr id="17" name="Discrete example">
            <a:extLst>
              <a:ext uri="{FF2B5EF4-FFF2-40B4-BE49-F238E27FC236}">
                <a16:creationId xmlns:a16="http://schemas.microsoft.com/office/drawing/2014/main" id="{D90749A9-3C6B-4862-AD6D-17B36E66822A}"/>
              </a:ext>
            </a:extLst>
          </p:cNvPr>
          <p:cNvSpPr txBox="1"/>
          <p:nvPr/>
        </p:nvSpPr>
        <p:spPr>
          <a:xfrm>
            <a:off x="6297930" y="5814283"/>
            <a:ext cx="2412873" cy="230832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500">
                <a:solidFill>
                  <a:srgbClr val="221F20"/>
                </a:solidFill>
                <a:latin typeface="Arial" panose="020B0604020202020204" pitchFamily="34" charset="0"/>
              </a:rPr>
              <a:t>Number of tablets</a:t>
            </a:r>
          </a:p>
        </p:txBody>
      </p:sp>
      <p:sp>
        <p:nvSpPr>
          <p:cNvPr id="18" name="Continuous">
            <a:extLst>
              <a:ext uri="{FF2B5EF4-FFF2-40B4-BE49-F238E27FC236}">
                <a16:creationId xmlns:a16="http://schemas.microsoft.com/office/drawing/2014/main" id="{DCE1F5C8-ED71-49EC-88B9-A0F18B3A0E4D}"/>
              </a:ext>
            </a:extLst>
          </p:cNvPr>
          <p:cNvSpPr/>
          <p:nvPr/>
        </p:nvSpPr>
        <p:spPr>
          <a:xfrm>
            <a:off x="9113139" y="4013200"/>
            <a:ext cx="2412873" cy="2362200"/>
          </a:xfrm>
          <a:prstGeom prst="roundRect">
            <a:avLst>
              <a:gd name="adj" fmla="val 7000"/>
            </a:avLst>
          </a:prstGeom>
          <a:solidFill>
            <a:srgbClr val="FDF6EE"/>
          </a:solidFill>
          <a:ln w="25400" cap="rnd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25400" cap="rnd">
                <a:solidFill>
                  <a:schemeClr val="accent1">
                    <a:shade val="50000"/>
                  </a:schemeClr>
                </a:solidFill>
                <a:prstDash val="solid"/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Continuous name">
            <a:extLst>
              <a:ext uri="{FF2B5EF4-FFF2-40B4-BE49-F238E27FC236}">
                <a16:creationId xmlns:a16="http://schemas.microsoft.com/office/drawing/2014/main" id="{8D5E2658-F921-4AE3-A9DD-EB64A848C9DD}"/>
              </a:ext>
            </a:extLst>
          </p:cNvPr>
          <p:cNvSpPr txBox="1"/>
          <p:nvPr/>
        </p:nvSpPr>
        <p:spPr>
          <a:xfrm>
            <a:off x="9113139" y="4160223"/>
            <a:ext cx="2412873" cy="338554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2200" b="1">
                <a:solidFill>
                  <a:srgbClr val="92673D"/>
                </a:solidFill>
                <a:latin typeface="Arial" panose="020B0604020202020204" pitchFamily="34" charset="0"/>
              </a:rPr>
              <a:t>Continuous</a:t>
            </a:r>
          </a:p>
        </p:txBody>
      </p:sp>
      <p:sp>
        <p:nvSpPr>
          <p:cNvPr id="20" name="Continuous note">
            <a:extLst>
              <a:ext uri="{FF2B5EF4-FFF2-40B4-BE49-F238E27FC236}">
                <a16:creationId xmlns:a16="http://schemas.microsoft.com/office/drawing/2014/main" id="{3577E83D-D74E-4978-B91E-20B934BF66B0}"/>
              </a:ext>
            </a:extLst>
          </p:cNvPr>
          <p:cNvSpPr txBox="1"/>
          <p:nvPr/>
        </p:nvSpPr>
        <p:spPr>
          <a:xfrm>
            <a:off x="9113139" y="4612789"/>
            <a:ext cx="2412873" cy="246221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600">
                <a:solidFill>
                  <a:srgbClr val="6E6B6C"/>
                </a:solidFill>
                <a:latin typeface="Arial" panose="020B0604020202020204" pitchFamily="34" charset="0"/>
              </a:rPr>
              <a:t>any value</a:t>
            </a:r>
          </a:p>
        </p:txBody>
      </p:sp>
      <p:sp>
        <p:nvSpPr>
          <p:cNvPr id="21" name="Continuous example">
            <a:extLst>
              <a:ext uri="{FF2B5EF4-FFF2-40B4-BE49-F238E27FC236}">
                <a16:creationId xmlns:a16="http://schemas.microsoft.com/office/drawing/2014/main" id="{E957D73B-4178-4344-82BC-24B2164E1198}"/>
              </a:ext>
            </a:extLst>
          </p:cNvPr>
          <p:cNvSpPr txBox="1"/>
          <p:nvPr/>
        </p:nvSpPr>
        <p:spPr>
          <a:xfrm>
            <a:off x="9113139" y="5814284"/>
            <a:ext cx="2412873" cy="230832"/>
          </a:xfrm>
          <a:prstGeom prst="rect">
            <a:avLst/>
          </a:prstGeom>
          <a:noFill/>
        </p:spPr>
        <p:txBody>
          <a:bodyPr vert="horz" wrap="square" lIns="50800" tIns="0" rIns="50800" bIns="0" rtlCol="0" anchor="ctr">
            <a:spAutoFit/>
          </a:bodyPr>
          <a:lstStyle/>
          <a:p>
            <a:pPr algn="ctr"/>
            <a:r>
              <a:rPr lang="de-DE" sz="1500">
                <a:solidFill>
                  <a:srgbClr val="221F20"/>
                </a:solidFill>
                <a:latin typeface="Arial" panose="020B0604020202020204" pitchFamily="34" charset="0"/>
              </a:rPr>
              <a:t>Tablet weight: 498.3 mg</a:t>
            </a:r>
          </a:p>
        </p:txBody>
      </p:sp>
      <p:grpSp>
        <p:nvGrpSpPr>
          <p:cNvPr id="25" name="Icon nominal" descr="A circle, a square and a triangle: categories without an order">
            <a:extLst>
              <a:ext uri="{FF2B5EF4-FFF2-40B4-BE49-F238E27FC236}">
                <a16:creationId xmlns:a16="http://schemas.microsoft.com/office/drawing/2014/main" id="{A590EE92-330F-4A92-9DEF-F2E8BA7CFEFF}"/>
              </a:ext>
            </a:extLst>
          </p:cNvPr>
          <p:cNvGrpSpPr/>
          <p:nvPr/>
        </p:nvGrpSpPr>
        <p:grpSpPr>
          <a:xfrm>
            <a:off x="1010349" y="5130800"/>
            <a:ext cx="1752599" cy="457200"/>
            <a:chOff x="1010349" y="5130800"/>
            <a:chExt cx="1752599" cy="457200"/>
          </a:xfrm>
        </p:grpSpPr>
        <p:sp>
          <p:nvSpPr>
            <p:cNvPr id="22" name="nom1">
              <a:extLst>
                <a:ext uri="{FF2B5EF4-FFF2-40B4-BE49-F238E27FC236}">
                  <a16:creationId xmlns:a16="http://schemas.microsoft.com/office/drawing/2014/main" id="{86B83905-B193-4814-AA69-E5DFB5DF351D}"/>
                </a:ext>
              </a:extLst>
            </p:cNvPr>
            <p:cNvSpPr/>
            <p:nvPr/>
          </p:nvSpPr>
          <p:spPr>
            <a:xfrm>
              <a:off x="1010349" y="5130800"/>
              <a:ext cx="457200" cy="457200"/>
            </a:xfrm>
            <a:prstGeom prst="ellipse">
              <a:avLst/>
            </a:prstGeom>
            <a:solidFill>
              <a:srgbClr val="20B7AC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nom2">
              <a:extLst>
                <a:ext uri="{FF2B5EF4-FFF2-40B4-BE49-F238E27FC236}">
                  <a16:creationId xmlns:a16="http://schemas.microsoft.com/office/drawing/2014/main" id="{4F5F12E2-445E-4F5B-9BDD-F56ECDBFF6D9}"/>
                </a:ext>
              </a:extLst>
            </p:cNvPr>
            <p:cNvSpPr/>
            <p:nvPr/>
          </p:nvSpPr>
          <p:spPr>
            <a:xfrm>
              <a:off x="1645348" y="5130800"/>
              <a:ext cx="457200" cy="457200"/>
            </a:xfrm>
            <a:prstGeom prst="rect">
              <a:avLst/>
            </a:prstGeom>
            <a:solidFill>
              <a:srgbClr val="20B7AC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nom3">
              <a:extLst>
                <a:ext uri="{FF2B5EF4-FFF2-40B4-BE49-F238E27FC236}">
                  <a16:creationId xmlns:a16="http://schemas.microsoft.com/office/drawing/2014/main" id="{496CBE4B-CC19-4952-A51F-6DA3760FEE8D}"/>
                </a:ext>
              </a:extLst>
            </p:cNvPr>
            <p:cNvSpPr/>
            <p:nvPr/>
          </p:nvSpPr>
          <p:spPr>
            <a:xfrm>
              <a:off x="2280348" y="5130800"/>
              <a:ext cx="482600" cy="457200"/>
            </a:xfrm>
            <a:prstGeom prst="triangle">
              <a:avLst/>
            </a:prstGeom>
            <a:solidFill>
              <a:srgbClr val="20B7AC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" name="Icon ordinal" descr="Three bars of growing height: categories with an order">
            <a:extLst>
              <a:ext uri="{FF2B5EF4-FFF2-40B4-BE49-F238E27FC236}">
                <a16:creationId xmlns:a16="http://schemas.microsoft.com/office/drawing/2014/main" id="{A7E91485-9EFB-4182-8D9F-55678FF75C83}"/>
              </a:ext>
            </a:extLst>
          </p:cNvPr>
          <p:cNvGrpSpPr/>
          <p:nvPr/>
        </p:nvGrpSpPr>
        <p:grpSpPr>
          <a:xfrm>
            <a:off x="4066858" y="5029200"/>
            <a:ext cx="1244600" cy="685800"/>
            <a:chOff x="4066858" y="5029200"/>
            <a:chExt cx="1244600" cy="685800"/>
          </a:xfrm>
        </p:grpSpPr>
        <p:sp>
          <p:nvSpPr>
            <p:cNvPr id="26" name="ord0">
              <a:extLst>
                <a:ext uri="{FF2B5EF4-FFF2-40B4-BE49-F238E27FC236}">
                  <a16:creationId xmlns:a16="http://schemas.microsoft.com/office/drawing/2014/main" id="{47BD1ECC-37CB-448E-9C76-73D05B5D17D0}"/>
                </a:ext>
              </a:extLst>
            </p:cNvPr>
            <p:cNvSpPr/>
            <p:nvPr/>
          </p:nvSpPr>
          <p:spPr>
            <a:xfrm>
              <a:off x="4066858" y="5461000"/>
              <a:ext cx="330200" cy="254000"/>
            </a:xfrm>
            <a:prstGeom prst="rect">
              <a:avLst/>
            </a:prstGeom>
            <a:solidFill>
              <a:srgbClr val="E14B63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ord1">
              <a:extLst>
                <a:ext uri="{FF2B5EF4-FFF2-40B4-BE49-F238E27FC236}">
                  <a16:creationId xmlns:a16="http://schemas.microsoft.com/office/drawing/2014/main" id="{92EEC932-ADC8-41A2-9482-9EC6F29A5746}"/>
                </a:ext>
              </a:extLst>
            </p:cNvPr>
            <p:cNvSpPr/>
            <p:nvPr/>
          </p:nvSpPr>
          <p:spPr>
            <a:xfrm>
              <a:off x="4524058" y="5257800"/>
              <a:ext cx="330200" cy="457200"/>
            </a:xfrm>
            <a:prstGeom prst="rect">
              <a:avLst/>
            </a:prstGeom>
            <a:solidFill>
              <a:srgbClr val="E14B63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ord2">
              <a:extLst>
                <a:ext uri="{FF2B5EF4-FFF2-40B4-BE49-F238E27FC236}">
                  <a16:creationId xmlns:a16="http://schemas.microsoft.com/office/drawing/2014/main" id="{A94D7DA4-03C8-43CA-9267-E852DF4F746E}"/>
                </a:ext>
              </a:extLst>
            </p:cNvPr>
            <p:cNvSpPr/>
            <p:nvPr/>
          </p:nvSpPr>
          <p:spPr>
            <a:xfrm>
              <a:off x="4981258" y="5029200"/>
              <a:ext cx="330200" cy="685800"/>
            </a:xfrm>
            <a:prstGeom prst="rect">
              <a:avLst/>
            </a:prstGeom>
            <a:solidFill>
              <a:srgbClr val="E14B63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3" name="Icon discrete" descr="Tokens numbered 1, 2 and 3: separate values you can count">
            <a:extLst>
              <a:ext uri="{FF2B5EF4-FFF2-40B4-BE49-F238E27FC236}">
                <a16:creationId xmlns:a16="http://schemas.microsoft.com/office/drawing/2014/main" id="{1F6E315E-32E8-4CE6-AF41-94A9C3F5CDF5}"/>
              </a:ext>
            </a:extLst>
          </p:cNvPr>
          <p:cNvGrpSpPr/>
          <p:nvPr/>
        </p:nvGrpSpPr>
        <p:grpSpPr>
          <a:xfrm>
            <a:off x="6628067" y="5143500"/>
            <a:ext cx="1752600" cy="431800"/>
            <a:chOff x="6628067" y="5143500"/>
            <a:chExt cx="1752600" cy="431800"/>
          </a:xfrm>
        </p:grpSpPr>
        <p:sp>
          <p:nvSpPr>
            <p:cNvPr id="30" name="disc0">
              <a:extLst>
                <a:ext uri="{FF2B5EF4-FFF2-40B4-BE49-F238E27FC236}">
                  <a16:creationId xmlns:a16="http://schemas.microsoft.com/office/drawing/2014/main" id="{CD132356-F714-463E-B491-A19FF7C2A91C}"/>
                </a:ext>
              </a:extLst>
            </p:cNvPr>
            <p:cNvSpPr/>
            <p:nvPr/>
          </p:nvSpPr>
          <p:spPr>
            <a:xfrm>
              <a:off x="6628067" y="5143500"/>
              <a:ext cx="431800" cy="431800"/>
            </a:xfrm>
            <a:prstGeom prst="ellipse">
              <a:avLst/>
            </a:prstGeom>
            <a:solidFill>
              <a:srgbClr val="5180C1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b="1">
                  <a:solidFill>
                    <a:srgbClr val="FFFF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" name="disc1">
              <a:extLst>
                <a:ext uri="{FF2B5EF4-FFF2-40B4-BE49-F238E27FC236}">
                  <a16:creationId xmlns:a16="http://schemas.microsoft.com/office/drawing/2014/main" id="{4198B981-A4F5-448B-8A05-5CE02CFE1557}"/>
                </a:ext>
              </a:extLst>
            </p:cNvPr>
            <p:cNvSpPr/>
            <p:nvPr/>
          </p:nvSpPr>
          <p:spPr>
            <a:xfrm>
              <a:off x="7288467" y="5143500"/>
              <a:ext cx="431800" cy="431800"/>
            </a:xfrm>
            <a:prstGeom prst="ellipse">
              <a:avLst/>
            </a:prstGeom>
            <a:solidFill>
              <a:srgbClr val="5180C1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b="1">
                  <a:solidFill>
                    <a:srgbClr val="FFFF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2" name="disc2">
              <a:extLst>
                <a:ext uri="{FF2B5EF4-FFF2-40B4-BE49-F238E27FC236}">
                  <a16:creationId xmlns:a16="http://schemas.microsoft.com/office/drawing/2014/main" id="{0E045016-3372-485E-AFBC-F1BBF6E3917E}"/>
                </a:ext>
              </a:extLst>
            </p:cNvPr>
            <p:cNvSpPr/>
            <p:nvPr/>
          </p:nvSpPr>
          <p:spPr>
            <a:xfrm>
              <a:off x="7948867" y="5143500"/>
              <a:ext cx="431800" cy="431800"/>
            </a:xfrm>
            <a:prstGeom prst="ellipse">
              <a:avLst/>
            </a:prstGeom>
            <a:solidFill>
              <a:srgbClr val="5180C1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b="1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37" name="Icon continuous" descr="A slider that can sit anywhere on the line: values from a continuous range">
            <a:extLst>
              <a:ext uri="{FF2B5EF4-FFF2-40B4-BE49-F238E27FC236}">
                <a16:creationId xmlns:a16="http://schemas.microsoft.com/office/drawing/2014/main" id="{C6A64495-8992-45CA-AEDC-EAF4B8AC68C7}"/>
              </a:ext>
            </a:extLst>
          </p:cNvPr>
          <p:cNvGrpSpPr/>
          <p:nvPr/>
        </p:nvGrpSpPr>
        <p:grpSpPr>
          <a:xfrm>
            <a:off x="9481376" y="5181600"/>
            <a:ext cx="1676400" cy="355600"/>
            <a:chOff x="9481376" y="5181600"/>
            <a:chExt cx="1676400" cy="355600"/>
          </a:xfrm>
        </p:grpSpPr>
        <p:sp>
          <p:nvSpPr>
            <p:cNvPr id="34" name="cont1">
              <a:extLst>
                <a:ext uri="{FF2B5EF4-FFF2-40B4-BE49-F238E27FC236}">
                  <a16:creationId xmlns:a16="http://schemas.microsoft.com/office/drawing/2014/main" id="{90E515BF-89BE-4CED-BBD5-1712C431AFCD}"/>
                </a:ext>
              </a:extLst>
            </p:cNvPr>
            <p:cNvSpPr/>
            <p:nvPr/>
          </p:nvSpPr>
          <p:spPr>
            <a:xfrm>
              <a:off x="9481376" y="5295900"/>
              <a:ext cx="1676400" cy="127000"/>
            </a:xfrm>
            <a:prstGeom prst="roundRect">
              <a:avLst>
                <a:gd name="adj" fmla="val 50000"/>
              </a:avLst>
            </a:prstGeom>
            <a:solidFill>
              <a:srgbClr val="F8DCC0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cont2">
              <a:extLst>
                <a:ext uri="{FF2B5EF4-FFF2-40B4-BE49-F238E27FC236}">
                  <a16:creationId xmlns:a16="http://schemas.microsoft.com/office/drawing/2014/main" id="{08DD90DA-760D-41EF-8E4D-963055015389}"/>
                </a:ext>
              </a:extLst>
            </p:cNvPr>
            <p:cNvSpPr/>
            <p:nvPr/>
          </p:nvSpPr>
          <p:spPr>
            <a:xfrm>
              <a:off x="9481376" y="5295900"/>
              <a:ext cx="1066800" cy="127000"/>
            </a:xfrm>
            <a:prstGeom prst="roundRect">
              <a:avLst>
                <a:gd name="adj" fmla="val 50000"/>
              </a:avLst>
            </a:prstGeom>
            <a:solidFill>
              <a:srgbClr val="F0B173"/>
            </a:solidFill>
            <a:ln w="25400" cap="rnd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25400" cap="rnd">
                  <a:solidFill>
                    <a:schemeClr val="accent1">
                      <a:shade val="50000"/>
                    </a:schemeClr>
                  </a:solidFill>
                  <a:prstDash val="solid"/>
                  <a:rou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cont3">
              <a:extLst>
                <a:ext uri="{FF2B5EF4-FFF2-40B4-BE49-F238E27FC236}">
                  <a16:creationId xmlns:a16="http://schemas.microsoft.com/office/drawing/2014/main" id="{72F66149-2707-4A58-A6E1-26E1758A1FA8}"/>
                </a:ext>
              </a:extLst>
            </p:cNvPr>
            <p:cNvSpPr/>
            <p:nvPr/>
          </p:nvSpPr>
          <p:spPr>
            <a:xfrm>
              <a:off x="10370376" y="5181600"/>
              <a:ext cx="355600" cy="355600"/>
            </a:xfrm>
            <a:prstGeom prst="ellipse">
              <a:avLst/>
            </a:prstGeom>
            <a:solidFill>
              <a:srgbClr val="F0B173"/>
            </a:solidFill>
            <a:ln w="31750">
              <a:solidFill>
                <a:srgbClr val="92673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936EA1C-5805-444C-B390-1CAB1669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Types of data</a:t>
            </a:r>
          </a:p>
        </p:txBody>
      </p:sp>
    </p:spTree>
    <p:extLst>
      <p:ext uri="{BB962C8B-B14F-4D97-AF65-F5344CB8AC3E}">
        <p14:creationId xmlns:p14="http://schemas.microsoft.com/office/powerpoint/2010/main" val="838436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DE0D2-418C-B9F4-7516-DA715032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Scatterplot</a:t>
            </a:r>
            <a:endParaRPr lang="da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E74F3-A3E1-E8FE-7069-7BE48D3F7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2011680"/>
            <a:ext cx="5943612" cy="4389129"/>
          </a:xfrm>
          <a:prstGeom prst="rect">
            <a:avLst/>
          </a:prstGeom>
        </p:spPr>
      </p:pic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852FF3ED-FE55-7F07-223E-2EA8D79D64D6}"/>
              </a:ext>
            </a:extLst>
          </p:cNvPr>
          <p:cNvSpPr txBox="1">
            <a:spLocks/>
          </p:cNvSpPr>
          <p:nvPr/>
        </p:nvSpPr>
        <p:spPr>
          <a:xfrm>
            <a:off x="6370168" y="3428991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Distribution of </a:t>
            </a:r>
            <a:r>
              <a:rPr lang="da-DK" dirty="0" err="1"/>
              <a:t>individual</a:t>
            </a:r>
            <a:r>
              <a:rPr lang="da-DK" dirty="0"/>
              <a:t> data points </a:t>
            </a:r>
            <a:r>
              <a:rPr lang="da-DK" dirty="0" err="1"/>
              <a:t>among</a:t>
            </a:r>
            <a:r>
              <a:rPr lang="da-DK" dirty="0"/>
              <a:t> 2 </a:t>
            </a:r>
            <a:r>
              <a:rPr lang="da-DK" dirty="0" err="1"/>
              <a:t>continous</a:t>
            </a:r>
            <a:r>
              <a:rPr lang="da-DK" dirty="0"/>
              <a:t> variables</a:t>
            </a:r>
          </a:p>
        </p:txBody>
      </p:sp>
    </p:spTree>
    <p:extLst>
      <p:ext uri="{BB962C8B-B14F-4D97-AF65-F5344CB8AC3E}">
        <p14:creationId xmlns:p14="http://schemas.microsoft.com/office/powerpoint/2010/main" val="2206365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C5BB-83E6-D93B-EF2B-E24D8B73A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0EFD6-0C80-EFF9-B52B-23E862DE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Scatterplot</a:t>
            </a:r>
            <a:r>
              <a:rPr lang="da-DK" dirty="0"/>
              <a:t> + Trend Line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201CA57-5B1C-06C1-CB03-2F55D0693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2011671"/>
            <a:ext cx="5943612" cy="4389129"/>
          </a:xfrm>
          <a:prstGeom prst="rect">
            <a:avLst/>
          </a:prstGeom>
        </p:spPr>
      </p:pic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7FFB0EC0-A2D5-6DEF-A79C-037500078874}"/>
              </a:ext>
            </a:extLst>
          </p:cNvPr>
          <p:cNvSpPr txBox="1">
            <a:spLocks/>
          </p:cNvSpPr>
          <p:nvPr/>
        </p:nvSpPr>
        <p:spPr>
          <a:xfrm>
            <a:off x="6370168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sp>
        <p:nvSpPr>
          <p:cNvPr id="35" name="Content Placeholder 17">
            <a:extLst>
              <a:ext uri="{FF2B5EF4-FFF2-40B4-BE49-F238E27FC236}">
                <a16:creationId xmlns:a16="http://schemas.microsoft.com/office/drawing/2014/main" id="{8D7DD3C0-6B47-EC65-909D-5CC9AB45563D}"/>
              </a:ext>
            </a:extLst>
          </p:cNvPr>
          <p:cNvSpPr txBox="1">
            <a:spLocks/>
          </p:cNvSpPr>
          <p:nvPr/>
        </p:nvSpPr>
        <p:spPr>
          <a:xfrm>
            <a:off x="6370168" y="3428991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Visualize</a:t>
            </a:r>
            <a:r>
              <a:rPr lang="da-DK" dirty="0"/>
              <a:t> trends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it </a:t>
            </a:r>
            <a:r>
              <a:rPr lang="da-DK" dirty="0" err="1"/>
              <a:t>make</a:t>
            </a:r>
            <a:r>
              <a:rPr lang="da-DK" dirty="0"/>
              <a:t> sense?</a:t>
            </a:r>
          </a:p>
        </p:txBody>
      </p:sp>
    </p:spTree>
    <p:extLst>
      <p:ext uri="{BB962C8B-B14F-4D97-AF65-F5344CB8AC3E}">
        <p14:creationId xmlns:p14="http://schemas.microsoft.com/office/powerpoint/2010/main" val="375702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3C25-E54E-670A-8BC2-A9417664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 </a:t>
            </a:r>
            <a:r>
              <a:rPr lang="da-DK" dirty="0" err="1"/>
              <a:t>aware</a:t>
            </a:r>
            <a:r>
              <a:rPr lang="da-DK" dirty="0"/>
              <a:t> of </a:t>
            </a:r>
            <a:r>
              <a:rPr lang="da-DK" dirty="0" err="1"/>
              <a:t>Simpson’s</a:t>
            </a:r>
            <a:r>
              <a:rPr lang="da-DK" dirty="0"/>
              <a:t> Paradox!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1FB456-AEDB-01B0-074D-0EA9A8503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3" y="2377440"/>
            <a:ext cx="8394191" cy="90525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a trend </a:t>
            </a:r>
            <a:r>
              <a:rPr lang="da-DK" dirty="0" err="1"/>
              <a:t>appears</a:t>
            </a:r>
            <a:r>
              <a:rPr lang="da-DK" dirty="0"/>
              <a:t> in </a:t>
            </a:r>
            <a:r>
              <a:rPr lang="da-DK" dirty="0" err="1"/>
              <a:t>several</a:t>
            </a:r>
            <a:r>
              <a:rPr lang="da-DK" dirty="0"/>
              <a:t> </a:t>
            </a:r>
            <a:r>
              <a:rPr lang="da-DK" dirty="0" err="1"/>
              <a:t>groups</a:t>
            </a:r>
            <a:r>
              <a:rPr lang="da-DK" dirty="0"/>
              <a:t> but </a:t>
            </a:r>
            <a:r>
              <a:rPr lang="da-DK" dirty="0" err="1"/>
              <a:t>disappears</a:t>
            </a:r>
            <a:r>
              <a:rPr lang="da-DK" dirty="0"/>
              <a:t>/</a:t>
            </a:r>
            <a:r>
              <a:rPr lang="da-DK" dirty="0" err="1"/>
              <a:t>reverses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the </a:t>
            </a:r>
            <a:r>
              <a:rPr lang="da-DK" dirty="0" err="1"/>
              <a:t>groups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combined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17E33-6122-D56A-463D-ADF8BD77F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37" y="3429000"/>
            <a:ext cx="3993359" cy="2948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75B8D1-8789-D388-0EBA-0D332D535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17" y="3429000"/>
            <a:ext cx="3993359" cy="2948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295600-0757-58A5-C489-FC460F45D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027" y="3429000"/>
            <a:ext cx="3993359" cy="29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6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A370-8AD5-FCC6-E96D-CC5A6E0D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BFC8CB-9110-E6CF-D0C7-E4CD6F94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Grouped</a:t>
            </a:r>
            <a:r>
              <a:rPr lang="da-DK" dirty="0"/>
              <a:t> </a:t>
            </a:r>
            <a:r>
              <a:rPr lang="da-DK" dirty="0" err="1"/>
              <a:t>Scatterplot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BB26C-BC73-770A-C44F-87171EF70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2011671"/>
            <a:ext cx="5943612" cy="4389129"/>
          </a:xfrm>
          <a:prstGeom prst="rect">
            <a:avLst/>
          </a:prstGeom>
        </p:spPr>
      </p:pic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0BB2D377-0A54-F4F3-138F-7B424813AA54}"/>
              </a:ext>
            </a:extLst>
          </p:cNvPr>
          <p:cNvSpPr txBox="1">
            <a:spLocks/>
          </p:cNvSpPr>
          <p:nvPr/>
        </p:nvSpPr>
        <p:spPr>
          <a:xfrm>
            <a:off x="6370168" y="2377440"/>
            <a:ext cx="5154016" cy="365760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sp>
        <p:nvSpPr>
          <p:cNvPr id="27" name="Content Placeholder 17">
            <a:extLst>
              <a:ext uri="{FF2B5EF4-FFF2-40B4-BE49-F238E27FC236}">
                <a16:creationId xmlns:a16="http://schemas.microsoft.com/office/drawing/2014/main" id="{C49CDFA8-AA98-98F9-9E04-BAE992DABC6E}"/>
              </a:ext>
            </a:extLst>
          </p:cNvPr>
          <p:cNvSpPr txBox="1">
            <a:spLocks/>
          </p:cNvSpPr>
          <p:nvPr/>
        </p:nvSpPr>
        <p:spPr>
          <a:xfrm>
            <a:off x="6370168" y="3428991"/>
            <a:ext cx="5154016" cy="2606040"/>
          </a:xfrm>
        </p:spPr>
        <p:txBody>
          <a:bodyPr vert="horz" lIns="0" tIns="0" rIns="0" bIns="0" rtlCol="0" anchor="t">
            <a:normAutofit fontScale="92500" lnSpcReduction="10000"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Color</a:t>
            </a:r>
            <a:r>
              <a:rPr lang="da-DK" dirty="0"/>
              <a:t> </a:t>
            </a:r>
            <a:r>
              <a:rPr lang="da-DK" dirty="0" err="1"/>
              <a:t>encodes</a:t>
            </a:r>
            <a:r>
              <a:rPr lang="da-DK" dirty="0"/>
              <a:t> a </a:t>
            </a:r>
            <a:r>
              <a:rPr lang="da-DK" dirty="0" err="1"/>
              <a:t>third</a:t>
            </a:r>
            <a:r>
              <a:rPr lang="da-DK" dirty="0"/>
              <a:t> variable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 err="1"/>
              <a:t>Categorical</a:t>
            </a:r>
            <a:r>
              <a:rPr lang="da-DK" dirty="0"/>
              <a:t> variables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In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a nominal </a:t>
            </a:r>
            <a:r>
              <a:rPr lang="da-DK" dirty="0" err="1"/>
              <a:t>varibale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Color</a:t>
            </a:r>
            <a:r>
              <a:rPr lang="da-DK" dirty="0"/>
              <a:t> </a:t>
            </a:r>
            <a:r>
              <a:rPr lang="da-DK" dirty="0" err="1"/>
              <a:t>coding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for </a:t>
            </a:r>
            <a:r>
              <a:rPr lang="da-DK" dirty="0" err="1"/>
              <a:t>numerical</a:t>
            </a:r>
            <a:r>
              <a:rPr lang="da-DK" dirty="0"/>
              <a:t> variables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07224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B530-6520-7E32-C11F-5CCAC026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A8076-ED92-4BF7-865F-9DBAF7D0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Scatterplot</a:t>
            </a:r>
            <a:r>
              <a:rPr lang="da-DK" dirty="0"/>
              <a:t>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F50F3D-AC26-0B24-466F-429D5711F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31" y="1371600"/>
            <a:ext cx="5407159" cy="5407159"/>
          </a:xfrm>
          <a:prstGeom prst="rect">
            <a:avLst/>
          </a:prstGeom>
        </p:spPr>
      </p:pic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5E99779C-DCFA-2C40-0451-1FCB5BBECFAE}"/>
              </a:ext>
            </a:extLst>
          </p:cNvPr>
          <p:cNvSpPr txBox="1">
            <a:spLocks/>
          </p:cNvSpPr>
          <p:nvPr/>
        </p:nvSpPr>
        <p:spPr>
          <a:xfrm>
            <a:off x="6370168" y="3428991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Compare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variables </a:t>
            </a:r>
            <a:r>
              <a:rPr lang="da-DK" dirty="0" err="1"/>
              <a:t>pairwise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A </a:t>
            </a:r>
            <a:r>
              <a:rPr lang="da-DK" dirty="0" err="1"/>
              <a:t>popular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of </a:t>
            </a:r>
            <a:r>
              <a:rPr lang="da-DK" i="1" dirty="0"/>
              <a:t>small multiples </a:t>
            </a:r>
            <a:r>
              <a:rPr lang="da-DK" dirty="0"/>
              <a:t>or </a:t>
            </a:r>
            <a:r>
              <a:rPr lang="da-DK" i="1" dirty="0"/>
              <a:t>facet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2201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E7B9-2D28-4257-2C26-C92C12DA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D1BB8-E32F-82F5-28DB-EE069430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Beeswarm</a:t>
            </a:r>
            <a:r>
              <a:rPr lang="da-DK" dirty="0"/>
              <a:t> Plot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86E97896-A9E9-67D9-0855-C3906DD320DE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One axis with a </a:t>
            </a:r>
            <a:r>
              <a:rPr lang="da-DK" dirty="0" err="1"/>
              <a:t>continous</a:t>
            </a:r>
            <a:r>
              <a:rPr lang="da-DK" dirty="0"/>
              <a:t> </a:t>
            </a:r>
            <a:r>
              <a:rPr lang="da-DK" dirty="0" err="1"/>
              <a:t>varibale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One axis with a </a:t>
            </a:r>
            <a:r>
              <a:rPr lang="da-DK" dirty="0" err="1"/>
              <a:t>categorical</a:t>
            </a:r>
            <a:r>
              <a:rPr lang="da-DK" dirty="0"/>
              <a:t> or </a:t>
            </a:r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numerical</a:t>
            </a:r>
            <a:r>
              <a:rPr lang="da-DK" dirty="0"/>
              <a:t> variable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This </a:t>
            </a:r>
            <a:r>
              <a:rPr lang="da-DK" dirty="0" err="1"/>
              <a:t>example</a:t>
            </a:r>
            <a:r>
              <a:rPr lang="da-DK" dirty="0"/>
              <a:t> </a:t>
            </a:r>
            <a:r>
              <a:rPr lang="da-DK" dirty="0" err="1"/>
              <a:t>uses</a:t>
            </a:r>
            <a:r>
              <a:rPr lang="da-DK" dirty="0"/>
              <a:t> a nominal </a:t>
            </a:r>
            <a:r>
              <a:rPr lang="da-DK" dirty="0" err="1"/>
              <a:t>varibale</a:t>
            </a:r>
            <a:endParaRPr lang="da-DK" dirty="0"/>
          </a:p>
          <a:p>
            <a:pPr marL="685800" lvl="1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5323D-5A93-AEF8-75E4-ECDB0F5DA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1764783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71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570B-F686-E906-C8D5-7914CEC0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CBF96-D6D9-FBEC-99D3-121EB33D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Connected</a:t>
            </a:r>
            <a:r>
              <a:rPr lang="da-DK" dirty="0"/>
              <a:t> </a:t>
            </a:r>
            <a:r>
              <a:rPr lang="da-DK" dirty="0" err="1"/>
              <a:t>Scatter</a:t>
            </a:r>
            <a:endParaRPr lang="da-DK" dirty="0"/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6C1E560A-B1F6-B716-89D7-DD598B2EB3B4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Data points (</a:t>
            </a:r>
            <a:r>
              <a:rPr lang="da-DK" dirty="0" err="1"/>
              <a:t>scatter</a:t>
            </a:r>
            <a:r>
              <a:rPr lang="da-DK" dirty="0"/>
              <a:t>) </a:t>
            </a:r>
            <a:r>
              <a:rPr lang="da-DK" dirty="0" err="1"/>
              <a:t>connected</a:t>
            </a:r>
            <a:r>
              <a:rPr lang="da-DK" dirty="0"/>
              <a:t> with 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For data points in </a:t>
            </a:r>
            <a:r>
              <a:rPr lang="da-DK" i="1" dirty="0" err="1"/>
              <a:t>sequential</a:t>
            </a:r>
            <a:r>
              <a:rPr lang="da-DK" i="1" dirty="0"/>
              <a:t> </a:t>
            </a:r>
            <a:r>
              <a:rPr lang="da-DK" i="1" dirty="0" err="1"/>
              <a:t>order</a:t>
            </a:r>
            <a:r>
              <a:rPr lang="da-DK" i="1" dirty="0"/>
              <a:t>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 err="1"/>
              <a:t>e.g</a:t>
            </a:r>
            <a:r>
              <a:rPr lang="da-DK" dirty="0"/>
              <a:t>. a time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CF56E-68A5-61A0-CE7D-043EC60FF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2011671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3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C383-E93B-D98B-3A6A-80BC63C6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0C8EB-EF00-BD8F-798E-65BA2996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Line Chart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CD460231-96FA-8CEE-CB1E-97753E91D6BE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numerical</a:t>
            </a:r>
            <a:r>
              <a:rPr lang="da-DK" dirty="0"/>
              <a:t> variables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Can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continous</a:t>
            </a:r>
            <a:r>
              <a:rPr lang="da-DK" dirty="0"/>
              <a:t> or </a:t>
            </a:r>
            <a:r>
              <a:rPr lang="da-DK" dirty="0" err="1"/>
              <a:t>discrete</a:t>
            </a:r>
            <a:endParaRPr lang="da-DK" dirty="0"/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 err="1"/>
              <a:t>Continous</a:t>
            </a:r>
            <a:r>
              <a:rPr lang="da-DK" dirty="0"/>
              <a:t> in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5EF428-8194-2E16-2778-94FD35EF7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6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18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F8E9-3F60-822F-6A72-D3949E95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B61205-BED5-4D24-1996-3FE83846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Line Chart with Log </a:t>
            </a:r>
            <a:r>
              <a:rPr lang="da-DK" dirty="0" err="1"/>
              <a:t>Transformed</a:t>
            </a:r>
            <a:r>
              <a:rPr lang="da-DK" dirty="0"/>
              <a:t> Data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E7DE0C67-62E0-B532-F1A9-CA5EE96A753C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Here: highlights the </a:t>
            </a:r>
            <a:r>
              <a:rPr lang="da-DK" dirty="0" err="1"/>
              <a:t>constant</a:t>
            </a:r>
            <a:r>
              <a:rPr lang="da-DK" dirty="0"/>
              <a:t> </a:t>
            </a:r>
            <a:r>
              <a:rPr lang="da-DK" dirty="0" err="1"/>
              <a:t>half-life</a:t>
            </a:r>
            <a:r>
              <a:rPr lang="da-DK" dirty="0"/>
              <a:t> of the drug in the </a:t>
            </a:r>
            <a:r>
              <a:rPr lang="da-DK" dirty="0" err="1"/>
              <a:t>blood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Log transformations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applied</a:t>
            </a:r>
            <a:r>
              <a:rPr lang="da-DK" dirty="0"/>
              <a:t> to </a:t>
            </a:r>
            <a:r>
              <a:rPr lang="da-DK" dirty="0" err="1"/>
              <a:t>different</a:t>
            </a:r>
            <a:r>
              <a:rPr lang="da-DK" dirty="0"/>
              <a:t> types of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F3F5A-6A79-B381-C5FA-A0FE446A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03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75EA-9D9F-A74F-8D20-089D4908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8991B5-883D-FBF7-9515-4305B296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Line Chart with Log </a:t>
            </a:r>
            <a:r>
              <a:rPr lang="da-DK" dirty="0" err="1"/>
              <a:t>Transformed</a:t>
            </a:r>
            <a:r>
              <a:rPr lang="da-DK" dirty="0"/>
              <a:t> Axis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F7865A9E-5341-8FAC-D9F1-6B17F65F291A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Log </a:t>
            </a:r>
            <a:r>
              <a:rPr lang="da-DK" dirty="0" err="1"/>
              <a:t>transformed</a:t>
            </a:r>
            <a:r>
              <a:rPr lang="da-DK" dirty="0"/>
              <a:t> axis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easier</a:t>
            </a:r>
            <a:r>
              <a:rPr lang="da-DK" dirty="0"/>
              <a:t> to </a:t>
            </a:r>
            <a:r>
              <a:rPr lang="da-DK" dirty="0" err="1"/>
              <a:t>interpret</a:t>
            </a:r>
            <a:r>
              <a:rPr lang="da-DK" dirty="0"/>
              <a:t> </a:t>
            </a:r>
            <a:r>
              <a:rPr lang="da-DK" dirty="0" err="1"/>
              <a:t>compared</a:t>
            </a:r>
            <a:r>
              <a:rPr lang="da-DK" dirty="0"/>
              <a:t> to log </a:t>
            </a:r>
            <a:r>
              <a:rPr lang="da-DK" dirty="0" err="1"/>
              <a:t>transformed</a:t>
            </a:r>
            <a:r>
              <a:rPr lang="da-DK" dirty="0"/>
              <a:t> data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Axis shows </a:t>
            </a:r>
            <a:r>
              <a:rPr lang="da-DK" dirty="0" err="1"/>
              <a:t>actual</a:t>
            </a:r>
            <a:r>
              <a:rPr lang="da-DK" dirty="0"/>
              <a:t> </a:t>
            </a:r>
            <a:r>
              <a:rPr lang="da-DK" dirty="0" err="1"/>
              <a:t>value</a:t>
            </a:r>
            <a:endParaRPr lang="da-DK" dirty="0"/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Grid lines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help</a:t>
            </a:r>
            <a:r>
              <a:rPr lang="da-DK" dirty="0"/>
              <a:t> </a:t>
            </a:r>
            <a:r>
              <a:rPr lang="da-DK" dirty="0" err="1"/>
              <a:t>visualize</a:t>
            </a:r>
            <a:r>
              <a:rPr lang="da-DK" dirty="0"/>
              <a:t> the log transformation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607D3-71E3-BE00-6F69-9B12BBD8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9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03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8AEB8-0A32-AF01-AD5C-CC8DE3F1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BC0022-6758-7876-F778-B0ED2C4B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Area</a:t>
            </a:r>
            <a:r>
              <a:rPr lang="da-DK" dirty="0"/>
              <a:t> Chart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4F4B76F4-49C0-DA0A-AD55-B04CDA25AA33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The </a:t>
            </a:r>
            <a:r>
              <a:rPr lang="da-DK" dirty="0" err="1"/>
              <a:t>area</a:t>
            </a:r>
            <a:r>
              <a:rPr lang="da-DK" dirty="0"/>
              <a:t> under the </a:t>
            </a:r>
            <a:r>
              <a:rPr lang="da-DK" dirty="0" err="1"/>
              <a:t>curve</a:t>
            </a:r>
            <a:r>
              <a:rPr lang="da-DK" dirty="0"/>
              <a:t> is </a:t>
            </a:r>
            <a:r>
              <a:rPr lang="da-DK" dirty="0" err="1"/>
              <a:t>important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Emphasize</a:t>
            </a:r>
            <a:r>
              <a:rPr lang="da-DK" dirty="0"/>
              <a:t> </a:t>
            </a:r>
            <a:r>
              <a:rPr lang="da-DK" dirty="0" err="1"/>
              <a:t>volume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Compare</a:t>
            </a:r>
            <a:r>
              <a:rPr lang="da-DK" dirty="0"/>
              <a:t> </a:t>
            </a:r>
            <a:r>
              <a:rPr lang="da-DK" dirty="0" err="1"/>
              <a:t>volume</a:t>
            </a:r>
            <a:r>
              <a:rPr lang="da-DK" dirty="0"/>
              <a:t> with blank </a:t>
            </a:r>
            <a:r>
              <a:rPr lang="da-DK" dirty="0" err="1"/>
              <a:t>area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3E4C8-4629-81C9-83CB-D30249C84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00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1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B29F-9368-0078-CB59-F55417B0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8D52BA-5B0F-B569-3285-DCF9A6B3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Histogram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185422AE-033C-C5EC-E978-BFFB43C9D248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Group values into intervals (bins)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the </a:t>
            </a:r>
            <a:r>
              <a:rPr lang="en-US" i="1" dirty="0"/>
              <a:t>frequency</a:t>
            </a:r>
            <a:r>
              <a:rPr lang="en-US" dirty="0"/>
              <a:t> of values in each bin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6D095A-D524-81B2-13B9-D72D63655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48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0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3217-5CC0-A662-3710-2D2BFFA3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E734E3-0DB7-CFBE-676A-7A5CB014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Histogram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C69722E8-D3D3-55C1-CAFB-B9636C5796D4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Bin sizes influence perceived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Varying bin sizes are possible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B4237-D640-BF4A-5EC2-7B41534AF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824" y="2074231"/>
            <a:ext cx="2932711" cy="21656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A55E78-2EC8-AE62-BD10-974E7789E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44" y="2074231"/>
            <a:ext cx="2932711" cy="2165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11C9A-BAD7-B5B6-7FC4-FE273160E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45" y="4239925"/>
            <a:ext cx="2932711" cy="2165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BDCA6-9909-9C3C-1E47-6B4C308BCD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640" y="4239925"/>
            <a:ext cx="2932711" cy="216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22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84FB-6E1E-2FAE-0743-2C58DE38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362FA-6169-41C9-FCEA-A841BA16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Bar Chart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B1CE2FFE-2994-8B3C-4619-89391F59B320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values across </a:t>
            </a:r>
            <a:r>
              <a:rPr lang="en-US" i="1" dirty="0"/>
              <a:t>distinct groups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 from a histogram!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828C44-5618-39AB-2688-9AA138818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00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4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4787-96ED-C8F2-44D5-A53ADE16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46D8C1-8E29-5396-66C7-AE6C0B9C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Bar Chart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EBA02328-BC5E-53E3-46C6-98384B52A9A7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Groups can be categorical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25075-67D3-CD48-12B4-F28201933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00" y="1775851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1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9B67-941E-7444-2D1E-7FA7EC29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1E0F3-F93E-3492-0C6B-EFE259FC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Grouped</a:t>
            </a:r>
            <a:r>
              <a:rPr lang="da-DK" dirty="0"/>
              <a:t> Bar Chart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911928C9-82AC-1D78-56D8-8F1CA3CF9590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multiple series across different categories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BE3A5A-0AB8-028E-4242-EA87118A8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86" y="2011670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04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84C2-DACE-8DF7-2272-1533C17C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FA728B-2E22-DD9D-2950-B20ADEC1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Bar Chart with </a:t>
            </a:r>
            <a:r>
              <a:rPr lang="da-DK" dirty="0" err="1"/>
              <a:t>Error</a:t>
            </a:r>
            <a:r>
              <a:rPr lang="da-DK" dirty="0"/>
              <a:t> Bars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AA97C74D-BCFF-EF57-0024-5C6E37E610A8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Error bars show how much measurements vary (precision)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Error bars can depict different metrics, e.g.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Standard deviation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Standard error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A3F7D-AF41-F652-EA35-C9A598E62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36"/>
          <a:stretch>
            <a:fillRect/>
          </a:stretch>
        </p:blipFill>
        <p:spPr>
          <a:xfrm>
            <a:off x="429486" y="2560311"/>
            <a:ext cx="5576678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90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D969-ED6B-27E3-2C14-AA59A0C9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7AE188-1C42-122E-6743-FF4B7A5E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Bar Chart with </a:t>
            </a:r>
            <a:r>
              <a:rPr lang="da-DK" dirty="0" err="1"/>
              <a:t>Error</a:t>
            </a:r>
            <a:r>
              <a:rPr lang="da-DK" dirty="0"/>
              <a:t> Bars</a:t>
            </a: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88D9C473-81D5-AD26-0823-1398132A9CF3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be more precise, include the measured data points as scatter</a:t>
            </a: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D019E-5FA5-509B-59A6-E57AD4997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36"/>
          <a:stretch>
            <a:fillRect/>
          </a:stretch>
        </p:blipFill>
        <p:spPr>
          <a:xfrm>
            <a:off x="429486" y="2560301"/>
            <a:ext cx="5576678" cy="38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2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D6AB7-A578-749F-9051-8D66E417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558B00-56DC-AC13-F186-177A892D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Box Plot with </a:t>
            </a:r>
            <a:r>
              <a:rPr lang="da-DK" dirty="0" err="1"/>
              <a:t>Scatter</a:t>
            </a:r>
            <a:endParaRPr lang="da-DK" dirty="0"/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C9C9CFFB-D004-3787-348A-0C66F6BDEDB7}"/>
              </a:ext>
            </a:extLst>
          </p:cNvPr>
          <p:cNvSpPr txBox="1">
            <a:spLocks/>
          </p:cNvSpPr>
          <p:nvPr/>
        </p:nvSpPr>
        <p:spPr>
          <a:xfrm>
            <a:off x="6370168" y="3429000"/>
            <a:ext cx="5154016" cy="2606040"/>
          </a:xfrm>
        </p:spPr>
        <p:txBody>
          <a:bodyPr vert="horz" lIns="0" tIns="0" rIns="0" bIns="0" rtlCol="0" anchor="t">
            <a:normAutofit/>
          </a:bodyPr>
          <a:lstStyle>
            <a:lvl1pPr marL="0" indent="0" algn="l" eaLnBrk="1" hangingPunct="1">
              <a:lnSpc>
                <a:spcPct val="115000"/>
              </a:lnSpc>
              <a:spcBef>
                <a:spcPts val="1400"/>
              </a:spcBef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342900" algn="l" eaLnBrk="1" hangingPunct="1">
              <a:lnSpc>
                <a:spcPct val="115000"/>
              </a:lnSpc>
              <a:spcBef>
                <a:spcPts val="8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342900" algn="l" eaLnBrk="1" hangingPunct="1">
              <a:lnSpc>
                <a:spcPct val="115000"/>
              </a:lnSpc>
              <a:spcBef>
                <a:spcPts val="600"/>
              </a:spcBef>
              <a:buClr>
                <a:schemeClr val="tx2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Boxplots are abstracting data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Useful for showing metrics like median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Add the original data points to communicate real distribution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4CAD9-C00B-9905-968C-A9FDFAC38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86" y="1775851"/>
            <a:ext cx="594361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34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rial view of several diagonal rows of flower beds in yellow, multicolor, lilac, bright red, purple, light green">
            <a:extLst>
              <a:ext uri="{FF2B5EF4-FFF2-40B4-BE49-F238E27FC236}">
                <a16:creationId xmlns:a16="http://schemas.microsoft.com/office/drawing/2014/main" id="{04AEDCB6-176B-F9B3-9C8D-4A459B7D56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67"/>
            <a:ext cx="12192000" cy="6849665"/>
          </a:xfrm>
          <a:prstGeom prst="rect">
            <a:avLst/>
          </a:prstGeom>
        </p:spPr>
      </p:pic>
      <p:pic>
        <p:nvPicPr>
          <p:cNvPr id="10" name="Picture Placeholder 9" descr="Multicolored open paint cans">
            <a:extLst>
              <a:ext uri="{FF2B5EF4-FFF2-40B4-BE49-F238E27FC236}">
                <a16:creationId xmlns:a16="http://schemas.microsoft.com/office/drawing/2014/main" id="{2F7CB3A5-4B93-6C2F-AFB8-DA6EC3525F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4CF426-39E3-70A3-FAF8-231DADF0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22000"/>
              <a:t>COLORS</a:t>
            </a:r>
          </a:p>
        </p:txBody>
      </p:sp>
    </p:spTree>
    <p:extLst>
      <p:ext uri="{BB962C8B-B14F-4D97-AF65-F5344CB8AC3E}">
        <p14:creationId xmlns:p14="http://schemas.microsoft.com/office/powerpoint/2010/main" val="2943735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2FA94B-4C48-7C72-48E3-010EAA36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Colors</a:t>
            </a:r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A17A99-099F-FB05-BA8F-872F84B2261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2000" dirty="0" err="1"/>
              <a:t>Colors</a:t>
            </a:r>
            <a:r>
              <a:rPr lang="da-DK" sz="2000" dirty="0"/>
              <a:t> </a:t>
            </a:r>
            <a:r>
              <a:rPr lang="da-DK" sz="2000" dirty="0" err="1"/>
              <a:t>are</a:t>
            </a:r>
            <a:r>
              <a:rPr lang="da-DK" sz="2000" dirty="0"/>
              <a:t> not just red, green, </a:t>
            </a:r>
            <a:r>
              <a:rPr lang="da-DK" sz="2000" dirty="0" err="1"/>
              <a:t>blue</a:t>
            </a:r>
            <a:r>
              <a:rPr lang="da-DK" sz="2000" dirty="0"/>
              <a:t>, </a:t>
            </a:r>
            <a:r>
              <a:rPr lang="da-DK" sz="2000" dirty="0" err="1"/>
              <a:t>purple</a:t>
            </a:r>
            <a:r>
              <a:rPr lang="da-DK" sz="2000" dirty="0"/>
              <a:t>, </a:t>
            </a:r>
            <a:r>
              <a:rPr lang="da-DK" sz="2000" dirty="0" err="1"/>
              <a:t>yellow</a:t>
            </a:r>
            <a:r>
              <a:rPr lang="da-DK" sz="2000" dirty="0"/>
              <a:t>, orange, …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a-DK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2000" dirty="0"/>
              <a:t>One </a:t>
            </a:r>
            <a:r>
              <a:rPr lang="da-DK" sz="2000" dirty="0" err="1"/>
              <a:t>color</a:t>
            </a:r>
            <a:r>
              <a:rPr lang="da-DK" sz="2000" dirty="0"/>
              <a:t> is </a:t>
            </a:r>
            <a:r>
              <a:rPr lang="da-DK" sz="2000" dirty="0" err="1"/>
              <a:t>created</a:t>
            </a:r>
            <a:r>
              <a:rPr lang="da-DK" sz="2000" dirty="0"/>
              <a:t> </a:t>
            </a:r>
            <a:r>
              <a:rPr lang="da-DK" sz="2000" dirty="0" err="1"/>
              <a:t>through</a:t>
            </a:r>
            <a:r>
              <a:rPr lang="da-DK" sz="2000" dirty="0"/>
              <a:t> </a:t>
            </a:r>
            <a:r>
              <a:rPr lang="da-DK" sz="2000" dirty="0" err="1"/>
              <a:t>different</a:t>
            </a:r>
            <a:r>
              <a:rPr lang="da-DK" sz="2000" dirty="0"/>
              <a:t> components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a-DK" sz="20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2000" dirty="0" err="1"/>
              <a:t>Different</a:t>
            </a:r>
            <a:r>
              <a:rPr lang="da-DK" sz="2000" dirty="0"/>
              <a:t> systems </a:t>
            </a:r>
            <a:r>
              <a:rPr lang="da-DK" sz="2000" dirty="0" err="1"/>
              <a:t>use</a:t>
            </a:r>
            <a:r>
              <a:rPr lang="da-DK" sz="2000" dirty="0"/>
              <a:t> </a:t>
            </a:r>
            <a:r>
              <a:rPr lang="da-DK" sz="2000" dirty="0" err="1"/>
              <a:t>different</a:t>
            </a:r>
            <a:r>
              <a:rPr lang="da-DK" sz="2000" dirty="0"/>
              <a:t> components to </a:t>
            </a:r>
            <a:r>
              <a:rPr lang="da-DK" sz="2000" dirty="0" err="1"/>
              <a:t>create</a:t>
            </a:r>
            <a:r>
              <a:rPr lang="da-DK" sz="2000" dirty="0"/>
              <a:t> the same </a:t>
            </a:r>
            <a:r>
              <a:rPr lang="da-DK" sz="2000" dirty="0" err="1"/>
              <a:t>color</a:t>
            </a:r>
            <a:endParaRPr lang="da-DK" sz="20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B8E7D4C-3B6C-A58F-BFE0-609AAB5B52CC}"/>
              </a:ext>
            </a:extLst>
          </p:cNvPr>
          <p:cNvGrpSpPr/>
          <p:nvPr/>
        </p:nvGrpSpPr>
        <p:grpSpPr>
          <a:xfrm>
            <a:off x="6480848" y="1153671"/>
            <a:ext cx="3966765" cy="1322526"/>
            <a:chOff x="6480848" y="1153671"/>
            <a:chExt cx="3966765" cy="132252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BE49925-66D0-844C-A1BA-B76DEF034C48}"/>
                </a:ext>
              </a:extLst>
            </p:cNvPr>
            <p:cNvSpPr/>
            <p:nvPr/>
          </p:nvSpPr>
          <p:spPr>
            <a:xfrm>
              <a:off x="6480848" y="1496941"/>
              <a:ext cx="3966765" cy="9792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3200" b="1">
                  <a:solidFill>
                    <a:schemeClr val="tx1"/>
                  </a:solidFill>
                </a:rPr>
                <a:t>#D05A57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FAD7734-A0B6-5EA7-4319-CD74CE9B8531}"/>
                </a:ext>
              </a:extLst>
            </p:cNvPr>
            <p:cNvSpPr/>
            <p:nvPr/>
          </p:nvSpPr>
          <p:spPr>
            <a:xfrm>
              <a:off x="6624398" y="1630725"/>
              <a:ext cx="684973" cy="711688"/>
            </a:xfrm>
            <a:prstGeom prst="roundRect">
              <a:avLst/>
            </a:prstGeom>
            <a:solidFill>
              <a:srgbClr val="D05A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a-DK" sz="1600" err="1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0770225-F5BA-44F7-AE13-EC66C0D9C89B}"/>
                </a:ext>
              </a:extLst>
            </p:cNvPr>
            <p:cNvSpPr txBox="1"/>
            <p:nvPr/>
          </p:nvSpPr>
          <p:spPr>
            <a:xfrm>
              <a:off x="6509237" y="1153671"/>
              <a:ext cx="63318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2400">
                  <a:solidFill>
                    <a:schemeClr val="bg1">
                      <a:lumMod val="50000"/>
                    </a:schemeClr>
                  </a:solidFill>
                </a:rPr>
                <a:t>HEX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BAE3C39-624C-6287-51A5-BF1138FC83A0}"/>
              </a:ext>
            </a:extLst>
          </p:cNvPr>
          <p:cNvGrpSpPr/>
          <p:nvPr/>
        </p:nvGrpSpPr>
        <p:grpSpPr>
          <a:xfrm>
            <a:off x="6482164" y="2759923"/>
            <a:ext cx="3966765" cy="1334106"/>
            <a:chOff x="6482164" y="2759923"/>
            <a:chExt cx="3966765" cy="133410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FAC1868-AB54-59AE-8D91-314D532B73D1}"/>
                </a:ext>
              </a:extLst>
            </p:cNvPr>
            <p:cNvSpPr/>
            <p:nvPr/>
          </p:nvSpPr>
          <p:spPr>
            <a:xfrm>
              <a:off x="6482164" y="3114773"/>
              <a:ext cx="3966765" cy="9792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a-DK" sz="2400" b="1">
                <a:solidFill>
                  <a:schemeClr val="tx1"/>
                </a:solidFill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E083A96-2AFF-05BB-3A39-8A3571D1EB60}"/>
                </a:ext>
              </a:extLst>
            </p:cNvPr>
            <p:cNvSpPr/>
            <p:nvPr/>
          </p:nvSpPr>
          <p:spPr>
            <a:xfrm>
              <a:off x="6784255" y="3248557"/>
              <a:ext cx="998718" cy="54150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208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78299B4-F2EF-DBFC-BB71-985148085D74}"/>
                </a:ext>
              </a:extLst>
            </p:cNvPr>
            <p:cNvSpPr/>
            <p:nvPr/>
          </p:nvSpPr>
          <p:spPr>
            <a:xfrm>
              <a:off x="7966187" y="3248557"/>
              <a:ext cx="998717" cy="541504"/>
            </a:xfrm>
            <a:prstGeom prst="roundRect">
              <a:avLst/>
            </a:prstGeom>
            <a:solidFill>
              <a:srgbClr val="91D4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90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C267D16-5410-826B-47A6-1790E4F125E5}"/>
                </a:ext>
              </a:extLst>
            </p:cNvPr>
            <p:cNvSpPr/>
            <p:nvPr/>
          </p:nvSpPr>
          <p:spPr>
            <a:xfrm>
              <a:off x="9148118" y="3227980"/>
              <a:ext cx="998717" cy="541504"/>
            </a:xfrm>
            <a:prstGeom prst="roundRect">
              <a:avLst/>
            </a:prstGeom>
            <a:solidFill>
              <a:srgbClr val="B6C3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87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E00E2C-30D3-7DD6-7008-C15482AC0F24}"/>
                </a:ext>
              </a:extLst>
            </p:cNvPr>
            <p:cNvSpPr txBox="1"/>
            <p:nvPr/>
          </p:nvSpPr>
          <p:spPr>
            <a:xfrm>
              <a:off x="7106568" y="3824967"/>
              <a:ext cx="33823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/>
                <a:t>Red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139A16-D582-FAF0-DC47-3FE11C1ED561}"/>
                </a:ext>
              </a:extLst>
            </p:cNvPr>
            <p:cNvSpPr txBox="1"/>
            <p:nvPr/>
          </p:nvSpPr>
          <p:spPr>
            <a:xfrm>
              <a:off x="8223090" y="3824967"/>
              <a:ext cx="51777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/>
                <a:t>Green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942FA5C-B261-F733-6DAB-80127687B223}"/>
                </a:ext>
              </a:extLst>
            </p:cNvPr>
            <p:cNvSpPr txBox="1"/>
            <p:nvPr/>
          </p:nvSpPr>
          <p:spPr>
            <a:xfrm>
              <a:off x="9464116" y="3790061"/>
              <a:ext cx="387927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/>
                <a:t>Blue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4A81ED0-9531-6600-A074-23EB84BDA5B5}"/>
                </a:ext>
              </a:extLst>
            </p:cNvPr>
            <p:cNvSpPr txBox="1"/>
            <p:nvPr/>
          </p:nvSpPr>
          <p:spPr>
            <a:xfrm>
              <a:off x="6511121" y="2759923"/>
              <a:ext cx="66684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2400">
                  <a:solidFill>
                    <a:schemeClr val="bg1">
                      <a:lumMod val="50000"/>
                    </a:schemeClr>
                  </a:solidFill>
                </a:rPr>
                <a:t>RGB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B1E5479-F786-51FE-F50B-87AB33304BED}"/>
              </a:ext>
            </a:extLst>
          </p:cNvPr>
          <p:cNvGrpSpPr/>
          <p:nvPr/>
        </p:nvGrpSpPr>
        <p:grpSpPr>
          <a:xfrm>
            <a:off x="6509237" y="4363273"/>
            <a:ext cx="3966765" cy="1348588"/>
            <a:chOff x="6509237" y="4363273"/>
            <a:chExt cx="3966765" cy="1348588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52AC268-4456-1EC2-9ABB-7120014A29C9}"/>
                </a:ext>
              </a:extLst>
            </p:cNvPr>
            <p:cNvSpPr/>
            <p:nvPr/>
          </p:nvSpPr>
          <p:spPr>
            <a:xfrm>
              <a:off x="6509237" y="4732605"/>
              <a:ext cx="3966765" cy="97925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a-DK" sz="2400" b="1">
                <a:solidFill>
                  <a:schemeClr val="tx1"/>
                </a:solidFill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0C5E7E9-26F9-E7C4-E17C-92BE451656AD}"/>
                </a:ext>
              </a:extLst>
            </p:cNvPr>
            <p:cNvSpPr/>
            <p:nvPr/>
          </p:nvSpPr>
          <p:spPr>
            <a:xfrm>
              <a:off x="6811328" y="4866389"/>
              <a:ext cx="998718" cy="541504"/>
            </a:xfrm>
            <a:prstGeom prst="roundRect">
              <a:avLst/>
            </a:prstGeom>
            <a:gradFill>
              <a:gsLst>
                <a:gs pos="0">
                  <a:srgbClr val="C00000"/>
                </a:gs>
                <a:gs pos="18000">
                  <a:srgbClr val="FFC000"/>
                </a:gs>
                <a:gs pos="36000">
                  <a:srgbClr val="FFFF00"/>
                </a:gs>
                <a:gs pos="88000">
                  <a:srgbClr val="7030A0"/>
                </a:gs>
                <a:gs pos="70000">
                  <a:srgbClr val="0070C0"/>
                </a:gs>
                <a:gs pos="54000">
                  <a:srgbClr val="92D05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084EF1D-4699-E79B-4BE6-AC3BFBF7B878}"/>
                </a:ext>
              </a:extLst>
            </p:cNvPr>
            <p:cNvSpPr/>
            <p:nvPr/>
          </p:nvSpPr>
          <p:spPr>
            <a:xfrm>
              <a:off x="7993260" y="4866389"/>
              <a:ext cx="998717" cy="541504"/>
            </a:xfrm>
            <a:prstGeom prst="roundRect">
              <a:avLst/>
            </a:prstGeom>
            <a:gradFill>
              <a:gsLst>
                <a:gs pos="100000">
                  <a:srgbClr val="D05A57"/>
                </a:gs>
                <a:gs pos="0">
                  <a:schemeClr val="bg1">
                    <a:lumMod val="6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58.2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C45B3968-158E-351C-2C3D-E706A20E79FD}"/>
                </a:ext>
              </a:extLst>
            </p:cNvPr>
            <p:cNvSpPr/>
            <p:nvPr/>
          </p:nvSpPr>
          <p:spPr>
            <a:xfrm>
              <a:off x="9175191" y="4873373"/>
              <a:ext cx="998717" cy="541504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0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81.6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443C5A8-A993-874B-B49D-60292ADB1641}"/>
                </a:ext>
              </a:extLst>
            </p:cNvPr>
            <p:cNvSpPr txBox="1"/>
            <p:nvPr/>
          </p:nvSpPr>
          <p:spPr>
            <a:xfrm>
              <a:off x="7100887" y="5433955"/>
              <a:ext cx="33823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/>
                <a:t>Hue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8B544D9-2382-6A6D-7021-3C03A5849CAB}"/>
                </a:ext>
              </a:extLst>
            </p:cNvPr>
            <p:cNvSpPr txBox="1"/>
            <p:nvPr/>
          </p:nvSpPr>
          <p:spPr>
            <a:xfrm>
              <a:off x="7934092" y="5440325"/>
              <a:ext cx="1213474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 err="1"/>
                <a:t>Saturation</a:t>
              </a:r>
              <a:r>
                <a:rPr lang="da-DK" sz="1400" b="1"/>
                <a:t> (%)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551E496-32C2-C96A-FB29-F95400D8E26A}"/>
                </a:ext>
              </a:extLst>
            </p:cNvPr>
            <p:cNvSpPr txBox="1"/>
            <p:nvPr/>
          </p:nvSpPr>
          <p:spPr>
            <a:xfrm>
              <a:off x="9318136" y="5446074"/>
              <a:ext cx="796436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1400" b="1"/>
                <a:t>Value (%)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8EACCAF-8ACD-7B37-42BB-0FF38A34C94B}"/>
                </a:ext>
              </a:extLst>
            </p:cNvPr>
            <p:cNvSpPr txBox="1"/>
            <p:nvPr/>
          </p:nvSpPr>
          <p:spPr>
            <a:xfrm>
              <a:off x="6511121" y="4363273"/>
              <a:ext cx="63318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2400">
                  <a:solidFill>
                    <a:schemeClr val="bg1">
                      <a:lumMod val="50000"/>
                    </a:schemeClr>
                  </a:solidFill>
                </a:rPr>
                <a:t>HSV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2EA13C2-5DDB-F949-6A3B-667E9546FCF4}"/>
              </a:ext>
            </a:extLst>
          </p:cNvPr>
          <p:cNvGrpSpPr/>
          <p:nvPr/>
        </p:nvGrpSpPr>
        <p:grpSpPr>
          <a:xfrm>
            <a:off x="10588340" y="2759923"/>
            <a:ext cx="1205202" cy="1460088"/>
            <a:chOff x="10588340" y="2759923"/>
            <a:chExt cx="1205202" cy="1460088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491EE59-B790-5E46-ABBE-98DAE20EDE01}"/>
                </a:ext>
              </a:extLst>
            </p:cNvPr>
            <p:cNvSpPr/>
            <p:nvPr/>
          </p:nvSpPr>
          <p:spPr>
            <a:xfrm>
              <a:off x="10691583" y="3227980"/>
              <a:ext cx="998717" cy="541504"/>
            </a:xfrm>
            <a:prstGeom prst="roundRect">
              <a:avLst/>
            </a:prstGeom>
            <a:pattFill prst="lgCheck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r>
                <a:rPr lang="da-DK" sz="2800" b="1">
                  <a:solidFill>
                    <a:schemeClr val="tx1"/>
                  </a:solidFill>
                </a:rPr>
                <a:t>0.5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E5BFEEF-335A-86BB-EAFF-264A40E4B69A}"/>
                </a:ext>
              </a:extLst>
            </p:cNvPr>
            <p:cNvSpPr txBox="1"/>
            <p:nvPr/>
          </p:nvSpPr>
          <p:spPr>
            <a:xfrm>
              <a:off x="10588340" y="3789124"/>
              <a:ext cx="1205202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da-DK" sz="1400" b="1"/>
                <a:t>Alpha</a:t>
              </a:r>
            </a:p>
            <a:p>
              <a:pPr algn="ctr"/>
              <a:r>
                <a:rPr lang="da-DK" sz="1400"/>
                <a:t>(</a:t>
              </a:r>
              <a:r>
                <a:rPr lang="da-DK" sz="1400" err="1"/>
                <a:t>Transparency</a:t>
              </a:r>
              <a:r>
                <a:rPr lang="da-DK" sz="1400"/>
                <a:t>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AB83A4A-4DEC-4FCA-7A81-C8FB6DEF8683}"/>
                </a:ext>
              </a:extLst>
            </p:cNvPr>
            <p:cNvSpPr txBox="1"/>
            <p:nvPr/>
          </p:nvSpPr>
          <p:spPr>
            <a:xfrm>
              <a:off x="10668295" y="2759923"/>
              <a:ext cx="87203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da-DK" sz="2400">
                  <a:solidFill>
                    <a:schemeClr val="bg1">
                      <a:lumMod val="50000"/>
                    </a:schemeClr>
                  </a:solidFill>
                </a:rPr>
                <a:t>RGBA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958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462269-63B9-951F-A1AB-6212DF81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Human Perception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D77C90-340F-0613-B464-CF72EE2EE9B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7512" y="2377440"/>
            <a:ext cx="4364370" cy="3657600"/>
          </a:xfrm>
        </p:spPr>
        <p:txBody>
          <a:bodyPr/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eye does not see brightness linearly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Doubling the physical light does not look twice as bright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scale that varies in brightness must match perception, not physics</a:t>
            </a:r>
          </a:p>
        </p:txBody>
      </p:sp>
      <p:grpSp>
        <p:nvGrpSpPr>
          <p:cNvPr id="3" name="Grey scales">
            <a:extLst>
              <a:ext uri="{FF2B5EF4-FFF2-40B4-BE49-F238E27FC236}">
                <a16:creationId xmlns:a16="http://schemas.microsoft.com/office/drawing/2014/main" id="{02FAAD58-0CE5-6965-75E6-40C17CB74682}"/>
              </a:ext>
            </a:extLst>
          </p:cNvPr>
          <p:cNvGrpSpPr/>
          <p:nvPr/>
        </p:nvGrpSpPr>
        <p:grpSpPr>
          <a:xfrm>
            <a:off x="5817817" y="1819000"/>
            <a:ext cx="6374183" cy="3220000"/>
            <a:chOff x="5450000" y="1850000"/>
            <a:chExt cx="6374183" cy="3220000"/>
          </a:xfrm>
        </p:grpSpPr>
        <p:sp>
          <p:nvSpPr>
            <p:cNvPr id="4" name="Label 1">
              <a:extLst>
                <a:ext uri="{FF2B5EF4-FFF2-40B4-BE49-F238E27FC236}">
                  <a16:creationId xmlns:a16="http://schemas.microsoft.com/office/drawing/2014/main" id="{9ECAD414-DCB4-669A-7D8D-A8979132B416}"/>
                </a:ext>
              </a:extLst>
            </p:cNvPr>
            <p:cNvSpPr txBox="1"/>
            <p:nvPr/>
          </p:nvSpPr>
          <p:spPr>
            <a:xfrm>
              <a:off x="5450000" y="1850000"/>
              <a:ext cx="6074183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221F20"/>
                  </a:solidFill>
                </a:rPr>
                <a:t>Not perceptually uniform</a:t>
              </a:r>
            </a:p>
          </p:txBody>
        </p:sp>
        <p:sp>
          <p:nvSpPr>
            <p:cNvPr id="7" name="Note 1">
              <a:extLst>
                <a:ext uri="{FF2B5EF4-FFF2-40B4-BE49-F238E27FC236}">
                  <a16:creationId xmlns:a16="http://schemas.microsoft.com/office/drawing/2014/main" id="{698EE8D7-15C3-2B06-8EE4-CF89FBE1A191}"/>
                </a:ext>
              </a:extLst>
            </p:cNvPr>
            <p:cNvSpPr txBox="1"/>
            <p:nvPr/>
          </p:nvSpPr>
          <p:spPr>
            <a:xfrm>
              <a:off x="5450000" y="1880000"/>
              <a:ext cx="6074183" cy="30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400" b="0">
                  <a:solidFill>
                    <a:srgbClr val="6E6B6C"/>
                  </a:solidFill>
                </a:rPr>
                <a:t>even steps of light</a:t>
              </a:r>
            </a:p>
          </p:txBody>
        </p:sp>
        <p:sp>
          <p:nvSpPr>
            <p:cNvPr id="9" name="Grey bar 1">
              <a:extLst>
                <a:ext uri="{FF2B5EF4-FFF2-40B4-BE49-F238E27FC236}">
                  <a16:creationId xmlns:a16="http://schemas.microsoft.com/office/drawing/2014/main" id="{2130DBEB-97CA-4BF4-3669-7AD9CF53A442}"/>
                </a:ext>
              </a:extLst>
            </p:cNvPr>
            <p:cNvSpPr/>
            <p:nvPr/>
          </p:nvSpPr>
          <p:spPr>
            <a:xfrm>
              <a:off x="5450000" y="2250000"/>
              <a:ext cx="6074183" cy="56000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2128">
                  <a:srgbClr val="282828"/>
                </a:gs>
                <a:gs pos="4255">
                  <a:srgbClr val="3A3A3A"/>
                </a:gs>
                <a:gs pos="6383">
                  <a:srgbClr val="474747"/>
                </a:gs>
                <a:gs pos="8511">
                  <a:srgbClr val="525252"/>
                </a:gs>
                <a:gs pos="10638">
                  <a:srgbClr val="5C5C5C"/>
                </a:gs>
                <a:gs pos="12766">
                  <a:srgbClr val="646464"/>
                </a:gs>
                <a:gs pos="14894">
                  <a:srgbClr val="6C6C6C"/>
                </a:gs>
                <a:gs pos="17021">
                  <a:srgbClr val="737373"/>
                </a:gs>
                <a:gs pos="19149">
                  <a:srgbClr val="797979"/>
                </a:gs>
                <a:gs pos="21277">
                  <a:srgbClr val="7F7F7F"/>
                </a:gs>
                <a:gs pos="23404">
                  <a:srgbClr val="858585"/>
                </a:gs>
                <a:gs pos="25532">
                  <a:srgbClr val="8A8A8A"/>
                </a:gs>
                <a:gs pos="27660">
                  <a:srgbClr val="8F8F8F"/>
                </a:gs>
                <a:gs pos="29787">
                  <a:srgbClr val="949494"/>
                </a:gs>
                <a:gs pos="31915">
                  <a:srgbClr val="999999"/>
                </a:gs>
                <a:gs pos="34043">
                  <a:srgbClr val="9E9E9E"/>
                </a:gs>
                <a:gs pos="36170">
                  <a:srgbClr val="A2A2A2"/>
                </a:gs>
                <a:gs pos="38298">
                  <a:srgbClr val="A6A6A6"/>
                </a:gs>
                <a:gs pos="40426">
                  <a:srgbClr val="AAAAAA"/>
                </a:gs>
                <a:gs pos="42553">
                  <a:srgbClr val="AEAEAE"/>
                </a:gs>
                <a:gs pos="44681">
                  <a:srgbClr val="B2B2B2"/>
                </a:gs>
                <a:gs pos="46809">
                  <a:srgbClr val="B6B6B6"/>
                </a:gs>
                <a:gs pos="48936">
                  <a:srgbClr val="BABABA"/>
                </a:gs>
                <a:gs pos="51064">
                  <a:srgbClr val="BDBDBD"/>
                </a:gs>
                <a:gs pos="53191">
                  <a:srgbClr val="C1C1C1"/>
                </a:gs>
                <a:gs pos="55319">
                  <a:srgbClr val="C4C4C4"/>
                </a:gs>
                <a:gs pos="57447">
                  <a:srgbClr val="C8C8C8"/>
                </a:gs>
                <a:gs pos="59574">
                  <a:srgbClr val="CBCBCB"/>
                </a:gs>
                <a:gs pos="61702">
                  <a:srgbClr val="CECECE"/>
                </a:gs>
                <a:gs pos="63830">
                  <a:srgbClr val="D1D1D1"/>
                </a:gs>
                <a:gs pos="65957">
                  <a:srgbClr val="D4D4D4"/>
                </a:gs>
                <a:gs pos="68085">
                  <a:srgbClr val="D7D7D7"/>
                </a:gs>
                <a:gs pos="70213">
                  <a:srgbClr val="DADADA"/>
                </a:gs>
                <a:gs pos="72340">
                  <a:srgbClr val="DDDDDD"/>
                </a:gs>
                <a:gs pos="74468">
                  <a:srgbClr val="E0E0E0"/>
                </a:gs>
                <a:gs pos="76596">
                  <a:srgbClr val="E3E3E3"/>
                </a:gs>
                <a:gs pos="78723">
                  <a:srgbClr val="E5E5E5"/>
                </a:gs>
                <a:gs pos="80851">
                  <a:srgbClr val="E8E8E8"/>
                </a:gs>
                <a:gs pos="82979">
                  <a:srgbClr val="EBEBEB"/>
                </a:gs>
                <a:gs pos="85106">
                  <a:srgbClr val="EEEEEE"/>
                </a:gs>
                <a:gs pos="87234">
                  <a:srgbClr val="F0F0F0"/>
                </a:gs>
                <a:gs pos="89362">
                  <a:srgbClr val="F3F3F3"/>
                </a:gs>
                <a:gs pos="91489">
                  <a:srgbClr val="F5F5F5"/>
                </a:gs>
                <a:gs pos="93617">
                  <a:srgbClr val="F8F8F8"/>
                </a:gs>
                <a:gs pos="95745">
                  <a:srgbClr val="FAFAFA"/>
                </a:gs>
                <a:gs pos="97872">
                  <a:srgbClr val="FDFDFD"/>
                </a:gs>
                <a:gs pos="100000">
                  <a:srgbClr val="FFFFFF"/>
                </a:gs>
              </a:gsLst>
              <a:lin ang="0" scaled="0"/>
            </a:gradFill>
            <a:ln w="9525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1" name="Tick 1/16">
              <a:extLst>
                <a:ext uri="{FF2B5EF4-FFF2-40B4-BE49-F238E27FC236}">
                  <a16:creationId xmlns:a16="http://schemas.microsoft.com/office/drawing/2014/main" id="{E9B2841F-E522-7984-1580-3BAB992FC606}"/>
                </a:ext>
              </a:extLst>
            </p:cNvPr>
            <p:cNvCxnSpPr/>
            <p:nvPr/>
          </p:nvCxnSpPr>
          <p:spPr>
            <a:xfrm>
              <a:off x="5829636" y="28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ick label 1/16">
              <a:extLst>
                <a:ext uri="{FF2B5EF4-FFF2-40B4-BE49-F238E27FC236}">
                  <a16:creationId xmlns:a16="http://schemas.microsoft.com/office/drawing/2014/main" id="{2E3F50F8-0A41-B764-5720-8422EECDC902}"/>
                </a:ext>
              </a:extLst>
            </p:cNvPr>
            <p:cNvSpPr txBox="1"/>
            <p:nvPr/>
          </p:nvSpPr>
          <p:spPr>
            <a:xfrm>
              <a:off x="5529636" y="29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1/16</a:t>
              </a:r>
            </a:p>
          </p:txBody>
        </p:sp>
        <p:cxnSp>
          <p:nvCxnSpPr>
            <p:cNvPr id="15" name="Tick 1/8">
              <a:extLst>
                <a:ext uri="{FF2B5EF4-FFF2-40B4-BE49-F238E27FC236}">
                  <a16:creationId xmlns:a16="http://schemas.microsoft.com/office/drawing/2014/main" id="{23C8F465-1FF6-A2D8-4933-79D716DDD45E}"/>
                </a:ext>
              </a:extLst>
            </p:cNvPr>
            <p:cNvCxnSpPr/>
            <p:nvPr/>
          </p:nvCxnSpPr>
          <p:spPr>
            <a:xfrm>
              <a:off x="6209272" y="28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ick label 1/8">
              <a:extLst>
                <a:ext uri="{FF2B5EF4-FFF2-40B4-BE49-F238E27FC236}">
                  <a16:creationId xmlns:a16="http://schemas.microsoft.com/office/drawing/2014/main" id="{9D995D61-E90D-0547-804B-EEFC060E59B3}"/>
                </a:ext>
              </a:extLst>
            </p:cNvPr>
            <p:cNvSpPr txBox="1"/>
            <p:nvPr/>
          </p:nvSpPr>
          <p:spPr>
            <a:xfrm>
              <a:off x="5909272" y="29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1/8</a:t>
              </a:r>
            </a:p>
          </p:txBody>
        </p:sp>
        <p:cxnSp>
          <p:nvCxnSpPr>
            <p:cNvPr id="17" name="Tick 1/4">
              <a:extLst>
                <a:ext uri="{FF2B5EF4-FFF2-40B4-BE49-F238E27FC236}">
                  <a16:creationId xmlns:a16="http://schemas.microsoft.com/office/drawing/2014/main" id="{35F374F1-205F-5803-2B3C-4F6D78660567}"/>
                </a:ext>
              </a:extLst>
            </p:cNvPr>
            <p:cNvCxnSpPr/>
            <p:nvPr/>
          </p:nvCxnSpPr>
          <p:spPr>
            <a:xfrm>
              <a:off x="6968545" y="28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ick label 1/4">
              <a:extLst>
                <a:ext uri="{FF2B5EF4-FFF2-40B4-BE49-F238E27FC236}">
                  <a16:creationId xmlns:a16="http://schemas.microsoft.com/office/drawing/2014/main" id="{575F1EC5-1A5F-6063-E662-05710452C712}"/>
                </a:ext>
              </a:extLst>
            </p:cNvPr>
            <p:cNvSpPr txBox="1"/>
            <p:nvPr/>
          </p:nvSpPr>
          <p:spPr>
            <a:xfrm>
              <a:off x="6668545" y="29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1/4</a:t>
              </a:r>
            </a:p>
          </p:txBody>
        </p:sp>
        <p:cxnSp>
          <p:nvCxnSpPr>
            <p:cNvPr id="19" name="Tick 1/2">
              <a:extLst>
                <a:ext uri="{FF2B5EF4-FFF2-40B4-BE49-F238E27FC236}">
                  <a16:creationId xmlns:a16="http://schemas.microsoft.com/office/drawing/2014/main" id="{98607912-C4CE-A0AA-BB4F-358133F61A4A}"/>
                </a:ext>
              </a:extLst>
            </p:cNvPr>
            <p:cNvCxnSpPr/>
            <p:nvPr/>
          </p:nvCxnSpPr>
          <p:spPr>
            <a:xfrm>
              <a:off x="8487091" y="28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ick label 1/2">
              <a:extLst>
                <a:ext uri="{FF2B5EF4-FFF2-40B4-BE49-F238E27FC236}">
                  <a16:creationId xmlns:a16="http://schemas.microsoft.com/office/drawing/2014/main" id="{500B1F87-B7D0-013F-00EC-5AF488CD6864}"/>
                </a:ext>
              </a:extLst>
            </p:cNvPr>
            <p:cNvSpPr txBox="1"/>
            <p:nvPr/>
          </p:nvSpPr>
          <p:spPr>
            <a:xfrm>
              <a:off x="8187091" y="29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1/2</a:t>
              </a:r>
            </a:p>
          </p:txBody>
        </p:sp>
        <p:cxnSp>
          <p:nvCxnSpPr>
            <p:cNvPr id="21" name="Tick 1">
              <a:extLst>
                <a:ext uri="{FF2B5EF4-FFF2-40B4-BE49-F238E27FC236}">
                  <a16:creationId xmlns:a16="http://schemas.microsoft.com/office/drawing/2014/main" id="{8DAFAC48-13F5-2B04-3C24-ED96DF0BD29E}"/>
                </a:ext>
              </a:extLst>
            </p:cNvPr>
            <p:cNvCxnSpPr/>
            <p:nvPr/>
          </p:nvCxnSpPr>
          <p:spPr>
            <a:xfrm>
              <a:off x="11524183" y="28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ick label 1">
              <a:extLst>
                <a:ext uri="{FF2B5EF4-FFF2-40B4-BE49-F238E27FC236}">
                  <a16:creationId xmlns:a16="http://schemas.microsoft.com/office/drawing/2014/main" id="{64E67B0D-6451-E62F-D0FC-C3861D39C3B3}"/>
                </a:ext>
              </a:extLst>
            </p:cNvPr>
            <p:cNvSpPr txBox="1"/>
            <p:nvPr/>
          </p:nvSpPr>
          <p:spPr>
            <a:xfrm>
              <a:off x="11224183" y="29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</a:t>
              </a:r>
            </a:p>
          </p:txBody>
        </p:sp>
        <p:sp>
          <p:nvSpPr>
            <p:cNvPr id="23" name="Label 2">
              <a:extLst>
                <a:ext uri="{FF2B5EF4-FFF2-40B4-BE49-F238E27FC236}">
                  <a16:creationId xmlns:a16="http://schemas.microsoft.com/office/drawing/2014/main" id="{41E4A107-D06B-CF83-E17B-9324CF186940}"/>
                </a:ext>
              </a:extLst>
            </p:cNvPr>
            <p:cNvSpPr txBox="1"/>
            <p:nvPr/>
          </p:nvSpPr>
          <p:spPr>
            <a:xfrm>
              <a:off x="5450000" y="3350000"/>
              <a:ext cx="6074183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221F20"/>
                  </a:solidFill>
                </a:rPr>
                <a:t>Perceptually uniform</a:t>
              </a:r>
            </a:p>
          </p:txBody>
        </p:sp>
        <p:sp>
          <p:nvSpPr>
            <p:cNvPr id="24" name="Note 2">
              <a:extLst>
                <a:ext uri="{FF2B5EF4-FFF2-40B4-BE49-F238E27FC236}">
                  <a16:creationId xmlns:a16="http://schemas.microsoft.com/office/drawing/2014/main" id="{F40EC1D1-F620-5718-38C5-45481DA8B2A7}"/>
                </a:ext>
              </a:extLst>
            </p:cNvPr>
            <p:cNvSpPr txBox="1"/>
            <p:nvPr/>
          </p:nvSpPr>
          <p:spPr>
            <a:xfrm>
              <a:off x="5450000" y="3380000"/>
              <a:ext cx="6074183" cy="30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400" b="0">
                  <a:solidFill>
                    <a:srgbClr val="6E6B6C"/>
                  </a:solidFill>
                </a:rPr>
                <a:t>even steps of brightness</a:t>
              </a:r>
            </a:p>
          </p:txBody>
        </p:sp>
        <p:sp>
          <p:nvSpPr>
            <p:cNvPr id="25" name="Grey bar 2">
              <a:extLst>
                <a:ext uri="{FF2B5EF4-FFF2-40B4-BE49-F238E27FC236}">
                  <a16:creationId xmlns:a16="http://schemas.microsoft.com/office/drawing/2014/main" id="{7F20C474-E0AA-E20E-B1DF-10EC33AEC110}"/>
                </a:ext>
              </a:extLst>
            </p:cNvPr>
            <p:cNvSpPr/>
            <p:nvPr/>
          </p:nvSpPr>
          <p:spPr>
            <a:xfrm>
              <a:off x="5450000" y="3750000"/>
              <a:ext cx="6074183" cy="56000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2128">
                  <a:srgbClr val="080808"/>
                </a:gs>
                <a:gs pos="4255">
                  <a:srgbClr val="0F0F0F"/>
                </a:gs>
                <a:gs pos="6383">
                  <a:srgbClr val="141414"/>
                </a:gs>
                <a:gs pos="8511">
                  <a:srgbClr val="191919"/>
                </a:gs>
                <a:gs pos="10638">
                  <a:srgbClr val="1D1D1D"/>
                </a:gs>
                <a:gs pos="12766">
                  <a:srgbClr val="212121"/>
                </a:gs>
                <a:gs pos="14894">
                  <a:srgbClr val="252525"/>
                </a:gs>
                <a:gs pos="17021">
                  <a:srgbClr val="2A2A2A"/>
                </a:gs>
                <a:gs pos="19149">
                  <a:srgbClr val="2E2E2E"/>
                </a:gs>
                <a:gs pos="21277">
                  <a:srgbClr val="333333"/>
                </a:gs>
                <a:gs pos="23404">
                  <a:srgbClr val="383838"/>
                </a:gs>
                <a:gs pos="25532">
                  <a:srgbClr val="3C3C3C"/>
                </a:gs>
                <a:gs pos="27660">
                  <a:srgbClr val="414141"/>
                </a:gs>
                <a:gs pos="29787">
                  <a:srgbClr val="464646"/>
                </a:gs>
                <a:gs pos="31915">
                  <a:srgbClr val="4B4B4B"/>
                </a:gs>
                <a:gs pos="34043">
                  <a:srgbClr val="505050"/>
                </a:gs>
                <a:gs pos="36170">
                  <a:srgbClr val="555555"/>
                </a:gs>
                <a:gs pos="38298">
                  <a:srgbClr val="5A5A5A"/>
                </a:gs>
                <a:gs pos="40426">
                  <a:srgbClr val="5F5F5F"/>
                </a:gs>
                <a:gs pos="42553">
                  <a:srgbClr val="646464"/>
                </a:gs>
                <a:gs pos="44681">
                  <a:srgbClr val="6A6A6A"/>
                </a:gs>
                <a:gs pos="46809">
                  <a:srgbClr val="6F6F6F"/>
                </a:gs>
                <a:gs pos="48936">
                  <a:srgbClr val="747474"/>
                </a:gs>
                <a:gs pos="51064">
                  <a:srgbClr val="7A7A7A"/>
                </a:gs>
                <a:gs pos="53191">
                  <a:srgbClr val="7F7F7F"/>
                </a:gs>
                <a:gs pos="55319">
                  <a:srgbClr val="848484"/>
                </a:gs>
                <a:gs pos="57447">
                  <a:srgbClr val="8A8A8A"/>
                </a:gs>
                <a:gs pos="59574">
                  <a:srgbClr val="8F8F8F"/>
                </a:gs>
                <a:gs pos="61702">
                  <a:srgbClr val="959595"/>
                </a:gs>
                <a:gs pos="63830">
                  <a:srgbClr val="9B9B9B"/>
                </a:gs>
                <a:gs pos="65957">
                  <a:srgbClr val="A0A0A0"/>
                </a:gs>
                <a:gs pos="68085">
                  <a:srgbClr val="A6A6A6"/>
                </a:gs>
                <a:gs pos="70213">
                  <a:srgbClr val="ACACAC"/>
                </a:gs>
                <a:gs pos="72340">
                  <a:srgbClr val="B1B1B1"/>
                </a:gs>
                <a:gs pos="74468">
                  <a:srgbClr val="B7B7B7"/>
                </a:gs>
                <a:gs pos="76596">
                  <a:srgbClr val="BDBDBD"/>
                </a:gs>
                <a:gs pos="78723">
                  <a:srgbClr val="C3C3C3"/>
                </a:gs>
                <a:gs pos="80851">
                  <a:srgbClr val="C9C9C9"/>
                </a:gs>
                <a:gs pos="82979">
                  <a:srgbClr val="CFCFCF"/>
                </a:gs>
                <a:gs pos="85106">
                  <a:srgbClr val="D5D5D5"/>
                </a:gs>
                <a:gs pos="87234">
                  <a:srgbClr val="DBDBDB"/>
                </a:gs>
                <a:gs pos="89362">
                  <a:srgbClr val="E1E1E1"/>
                </a:gs>
                <a:gs pos="91489">
                  <a:srgbClr val="E7E7E7"/>
                </a:gs>
                <a:gs pos="93617">
                  <a:srgbClr val="EDEDED"/>
                </a:gs>
                <a:gs pos="95745">
                  <a:srgbClr val="F3F3F3"/>
                </a:gs>
                <a:gs pos="97872">
                  <a:srgbClr val="F9F9F9"/>
                </a:gs>
                <a:gs pos="100000">
                  <a:srgbClr val="FFFFFF"/>
                </a:gs>
              </a:gsLst>
              <a:lin ang="0" scaled="0"/>
            </a:gradFill>
            <a:ln w="9525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" name="Tick 1/16">
              <a:extLst>
                <a:ext uri="{FF2B5EF4-FFF2-40B4-BE49-F238E27FC236}">
                  <a16:creationId xmlns:a16="http://schemas.microsoft.com/office/drawing/2014/main" id="{DF5101D3-B7C3-DF5D-1AD0-A1C200F19C85}"/>
                </a:ext>
              </a:extLst>
            </p:cNvPr>
            <p:cNvCxnSpPr/>
            <p:nvPr/>
          </p:nvCxnSpPr>
          <p:spPr>
            <a:xfrm>
              <a:off x="7274358" y="43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ick label 1/16">
              <a:extLst>
                <a:ext uri="{FF2B5EF4-FFF2-40B4-BE49-F238E27FC236}">
                  <a16:creationId xmlns:a16="http://schemas.microsoft.com/office/drawing/2014/main" id="{6BDDD1C5-8E58-2FD4-A5EC-E0A7233D083B}"/>
                </a:ext>
              </a:extLst>
            </p:cNvPr>
            <p:cNvSpPr txBox="1"/>
            <p:nvPr/>
          </p:nvSpPr>
          <p:spPr>
            <a:xfrm>
              <a:off x="6974358" y="44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1/16</a:t>
              </a:r>
            </a:p>
          </p:txBody>
        </p:sp>
        <p:cxnSp>
          <p:nvCxnSpPr>
            <p:cNvPr id="28" name="Tick 1/8">
              <a:extLst>
                <a:ext uri="{FF2B5EF4-FFF2-40B4-BE49-F238E27FC236}">
                  <a16:creationId xmlns:a16="http://schemas.microsoft.com/office/drawing/2014/main" id="{E2607AFE-0C97-7904-DD2C-E7BEBBE7C618}"/>
                </a:ext>
              </a:extLst>
            </p:cNvPr>
            <p:cNvCxnSpPr/>
            <p:nvPr/>
          </p:nvCxnSpPr>
          <p:spPr>
            <a:xfrm>
              <a:off x="8001156" y="43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ick label 1/8">
              <a:extLst>
                <a:ext uri="{FF2B5EF4-FFF2-40B4-BE49-F238E27FC236}">
                  <a16:creationId xmlns:a16="http://schemas.microsoft.com/office/drawing/2014/main" id="{A0D0199B-29E8-57B0-8F4E-BB3089873E23}"/>
                </a:ext>
              </a:extLst>
            </p:cNvPr>
            <p:cNvSpPr txBox="1"/>
            <p:nvPr/>
          </p:nvSpPr>
          <p:spPr>
            <a:xfrm>
              <a:off x="7701156" y="44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1/8</a:t>
              </a:r>
            </a:p>
          </p:txBody>
        </p:sp>
        <p:cxnSp>
          <p:nvCxnSpPr>
            <p:cNvPr id="30" name="Tick 1/4">
              <a:extLst>
                <a:ext uri="{FF2B5EF4-FFF2-40B4-BE49-F238E27FC236}">
                  <a16:creationId xmlns:a16="http://schemas.microsoft.com/office/drawing/2014/main" id="{A2451777-335B-65DD-C52C-BBC09D96C258}"/>
                </a:ext>
              </a:extLst>
            </p:cNvPr>
            <p:cNvCxnSpPr/>
            <p:nvPr/>
          </p:nvCxnSpPr>
          <p:spPr>
            <a:xfrm>
              <a:off x="8916865" y="43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ick label 1/4">
              <a:extLst>
                <a:ext uri="{FF2B5EF4-FFF2-40B4-BE49-F238E27FC236}">
                  <a16:creationId xmlns:a16="http://schemas.microsoft.com/office/drawing/2014/main" id="{C93601F5-17B8-9832-77D6-BF9427454FCB}"/>
                </a:ext>
              </a:extLst>
            </p:cNvPr>
            <p:cNvSpPr txBox="1"/>
            <p:nvPr/>
          </p:nvSpPr>
          <p:spPr>
            <a:xfrm>
              <a:off x="8616865" y="44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1/4</a:t>
              </a:r>
            </a:p>
          </p:txBody>
        </p:sp>
        <p:cxnSp>
          <p:nvCxnSpPr>
            <p:cNvPr id="32" name="Tick 1/2">
              <a:extLst>
                <a:ext uri="{FF2B5EF4-FFF2-40B4-BE49-F238E27FC236}">
                  <a16:creationId xmlns:a16="http://schemas.microsoft.com/office/drawing/2014/main" id="{0E686E20-9F1F-1D55-F7D4-3D98B6C7F708}"/>
                </a:ext>
              </a:extLst>
            </p:cNvPr>
            <p:cNvCxnSpPr/>
            <p:nvPr/>
          </p:nvCxnSpPr>
          <p:spPr>
            <a:xfrm>
              <a:off x="10070586" y="43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ick label 1/2">
              <a:extLst>
                <a:ext uri="{FF2B5EF4-FFF2-40B4-BE49-F238E27FC236}">
                  <a16:creationId xmlns:a16="http://schemas.microsoft.com/office/drawing/2014/main" id="{0ECF6F11-805E-19EF-FCB0-45A5B8565692}"/>
                </a:ext>
              </a:extLst>
            </p:cNvPr>
            <p:cNvSpPr txBox="1"/>
            <p:nvPr/>
          </p:nvSpPr>
          <p:spPr>
            <a:xfrm>
              <a:off x="9770586" y="44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1/2</a:t>
              </a:r>
            </a:p>
          </p:txBody>
        </p:sp>
        <p:cxnSp>
          <p:nvCxnSpPr>
            <p:cNvPr id="34" name="Tick 1">
              <a:extLst>
                <a:ext uri="{FF2B5EF4-FFF2-40B4-BE49-F238E27FC236}">
                  <a16:creationId xmlns:a16="http://schemas.microsoft.com/office/drawing/2014/main" id="{3C54CCE2-9455-8590-A762-61DE19F373BE}"/>
                </a:ext>
              </a:extLst>
            </p:cNvPr>
            <p:cNvCxnSpPr/>
            <p:nvPr/>
          </p:nvCxnSpPr>
          <p:spPr>
            <a:xfrm>
              <a:off x="11524183" y="4310000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ick label 1">
              <a:extLst>
                <a:ext uri="{FF2B5EF4-FFF2-40B4-BE49-F238E27FC236}">
                  <a16:creationId xmlns:a16="http://schemas.microsoft.com/office/drawing/2014/main" id="{998B9943-D17D-FC4C-4FC0-6B6D78AB070E}"/>
                </a:ext>
              </a:extLst>
            </p:cNvPr>
            <p:cNvSpPr txBox="1"/>
            <p:nvPr/>
          </p:nvSpPr>
          <p:spPr>
            <a:xfrm>
              <a:off x="11224183" y="4430000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</a:t>
              </a:r>
            </a:p>
          </p:txBody>
        </p:sp>
        <p:sp>
          <p:nvSpPr>
            <p:cNvPr id="36" name="Caption">
              <a:extLst>
                <a:ext uri="{FF2B5EF4-FFF2-40B4-BE49-F238E27FC236}">
                  <a16:creationId xmlns:a16="http://schemas.microsoft.com/office/drawing/2014/main" id="{C8C46733-E656-D3B2-CB7F-E2144E9780E2}"/>
                </a:ext>
              </a:extLst>
            </p:cNvPr>
            <p:cNvSpPr txBox="1"/>
            <p:nvPr/>
          </p:nvSpPr>
          <p:spPr>
            <a:xfrm>
              <a:off x="5450000" y="4770000"/>
              <a:ext cx="6074183" cy="30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>
                  <a:solidFill>
                    <a:srgbClr val="6E6B6C"/>
                  </a:solidFill>
                </a:rPr>
                <a:t>Ticks: the amount of light, doubling from 1/16 up to full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7151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A8AA3B-2B53-28E7-1E33-16F9E1F9FA4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327"/>
            <a:ext cx="5154613" cy="27686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EFCFEB-9765-491F-9B18-91633BF5D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346" y="1394966"/>
            <a:ext cx="5823654" cy="3126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35EFC1-3082-1491-283A-84D23D304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69" y="1394966"/>
            <a:ext cx="5823654" cy="3126794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9556A03-27E4-7281-E188-EA876FD7285C}"/>
              </a:ext>
            </a:extLst>
          </p:cNvPr>
          <p:cNvGrpSpPr/>
          <p:nvPr/>
        </p:nvGrpSpPr>
        <p:grpSpPr>
          <a:xfrm>
            <a:off x="601841" y="4655396"/>
            <a:ext cx="4588080" cy="1109008"/>
            <a:chOff x="285672" y="3228008"/>
            <a:chExt cx="6374183" cy="1310000"/>
          </a:xfrm>
        </p:grpSpPr>
        <p:sp>
          <p:nvSpPr>
            <p:cNvPr id="15" name="Label 1">
              <a:extLst>
                <a:ext uri="{FF2B5EF4-FFF2-40B4-BE49-F238E27FC236}">
                  <a16:creationId xmlns:a16="http://schemas.microsoft.com/office/drawing/2014/main" id="{36457BC7-D5C9-4E61-9DFE-CE06C9DE1F8D}"/>
                </a:ext>
              </a:extLst>
            </p:cNvPr>
            <p:cNvSpPr txBox="1"/>
            <p:nvPr/>
          </p:nvSpPr>
          <p:spPr>
            <a:xfrm>
              <a:off x="285672" y="3228008"/>
              <a:ext cx="6074183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221F20"/>
                  </a:solidFill>
                </a:rPr>
                <a:t>Not perceptually uniform</a:t>
              </a:r>
            </a:p>
          </p:txBody>
        </p:sp>
        <p:sp>
          <p:nvSpPr>
            <p:cNvPr id="16" name="Note 1">
              <a:extLst>
                <a:ext uri="{FF2B5EF4-FFF2-40B4-BE49-F238E27FC236}">
                  <a16:creationId xmlns:a16="http://schemas.microsoft.com/office/drawing/2014/main" id="{B2663ECB-738F-9CD2-435F-9B1C6034229A}"/>
                </a:ext>
              </a:extLst>
            </p:cNvPr>
            <p:cNvSpPr txBox="1"/>
            <p:nvPr/>
          </p:nvSpPr>
          <p:spPr>
            <a:xfrm>
              <a:off x="285672" y="3258008"/>
              <a:ext cx="6074183" cy="30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400" b="0">
                  <a:solidFill>
                    <a:srgbClr val="6E6B6C"/>
                  </a:solidFill>
                </a:rPr>
                <a:t>even steps of light</a:t>
              </a:r>
            </a:p>
          </p:txBody>
        </p:sp>
        <p:sp>
          <p:nvSpPr>
            <p:cNvPr id="17" name="Grey bar 1">
              <a:extLst>
                <a:ext uri="{FF2B5EF4-FFF2-40B4-BE49-F238E27FC236}">
                  <a16:creationId xmlns:a16="http://schemas.microsoft.com/office/drawing/2014/main" id="{E9342A9D-37C9-105E-0394-D0EAD33EB3AB}"/>
                </a:ext>
              </a:extLst>
            </p:cNvPr>
            <p:cNvSpPr/>
            <p:nvPr/>
          </p:nvSpPr>
          <p:spPr>
            <a:xfrm>
              <a:off x="285672" y="3628008"/>
              <a:ext cx="6074183" cy="56000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2128">
                  <a:srgbClr val="282828"/>
                </a:gs>
                <a:gs pos="4255">
                  <a:srgbClr val="3A3A3A"/>
                </a:gs>
                <a:gs pos="6383">
                  <a:srgbClr val="474747"/>
                </a:gs>
                <a:gs pos="8511">
                  <a:srgbClr val="525252"/>
                </a:gs>
                <a:gs pos="10638">
                  <a:srgbClr val="5C5C5C"/>
                </a:gs>
                <a:gs pos="12766">
                  <a:srgbClr val="646464"/>
                </a:gs>
                <a:gs pos="14894">
                  <a:srgbClr val="6C6C6C"/>
                </a:gs>
                <a:gs pos="17021">
                  <a:srgbClr val="737373"/>
                </a:gs>
                <a:gs pos="19149">
                  <a:srgbClr val="797979"/>
                </a:gs>
                <a:gs pos="21277">
                  <a:srgbClr val="7F7F7F"/>
                </a:gs>
                <a:gs pos="23404">
                  <a:srgbClr val="858585"/>
                </a:gs>
                <a:gs pos="25532">
                  <a:srgbClr val="8A8A8A"/>
                </a:gs>
                <a:gs pos="27660">
                  <a:srgbClr val="8F8F8F"/>
                </a:gs>
                <a:gs pos="29787">
                  <a:srgbClr val="949494"/>
                </a:gs>
                <a:gs pos="31915">
                  <a:srgbClr val="999999"/>
                </a:gs>
                <a:gs pos="34043">
                  <a:srgbClr val="9E9E9E"/>
                </a:gs>
                <a:gs pos="36170">
                  <a:srgbClr val="A2A2A2"/>
                </a:gs>
                <a:gs pos="38298">
                  <a:srgbClr val="A6A6A6"/>
                </a:gs>
                <a:gs pos="40426">
                  <a:srgbClr val="AAAAAA"/>
                </a:gs>
                <a:gs pos="42553">
                  <a:srgbClr val="AEAEAE"/>
                </a:gs>
                <a:gs pos="44681">
                  <a:srgbClr val="B2B2B2"/>
                </a:gs>
                <a:gs pos="46809">
                  <a:srgbClr val="B6B6B6"/>
                </a:gs>
                <a:gs pos="48936">
                  <a:srgbClr val="BABABA"/>
                </a:gs>
                <a:gs pos="51064">
                  <a:srgbClr val="BDBDBD"/>
                </a:gs>
                <a:gs pos="53191">
                  <a:srgbClr val="C1C1C1"/>
                </a:gs>
                <a:gs pos="55319">
                  <a:srgbClr val="C4C4C4"/>
                </a:gs>
                <a:gs pos="57447">
                  <a:srgbClr val="C8C8C8"/>
                </a:gs>
                <a:gs pos="59574">
                  <a:srgbClr val="CBCBCB"/>
                </a:gs>
                <a:gs pos="61702">
                  <a:srgbClr val="CECECE"/>
                </a:gs>
                <a:gs pos="63830">
                  <a:srgbClr val="D1D1D1"/>
                </a:gs>
                <a:gs pos="65957">
                  <a:srgbClr val="D4D4D4"/>
                </a:gs>
                <a:gs pos="68085">
                  <a:srgbClr val="D7D7D7"/>
                </a:gs>
                <a:gs pos="70213">
                  <a:srgbClr val="DADADA"/>
                </a:gs>
                <a:gs pos="72340">
                  <a:srgbClr val="DDDDDD"/>
                </a:gs>
                <a:gs pos="74468">
                  <a:srgbClr val="E0E0E0"/>
                </a:gs>
                <a:gs pos="76596">
                  <a:srgbClr val="E3E3E3"/>
                </a:gs>
                <a:gs pos="78723">
                  <a:srgbClr val="E5E5E5"/>
                </a:gs>
                <a:gs pos="80851">
                  <a:srgbClr val="E8E8E8"/>
                </a:gs>
                <a:gs pos="82979">
                  <a:srgbClr val="EBEBEB"/>
                </a:gs>
                <a:gs pos="85106">
                  <a:srgbClr val="EEEEEE"/>
                </a:gs>
                <a:gs pos="87234">
                  <a:srgbClr val="F0F0F0"/>
                </a:gs>
                <a:gs pos="89362">
                  <a:srgbClr val="F3F3F3"/>
                </a:gs>
                <a:gs pos="91489">
                  <a:srgbClr val="F5F5F5"/>
                </a:gs>
                <a:gs pos="93617">
                  <a:srgbClr val="F8F8F8"/>
                </a:gs>
                <a:gs pos="95745">
                  <a:srgbClr val="FAFAFA"/>
                </a:gs>
                <a:gs pos="97872">
                  <a:srgbClr val="FDFDFD"/>
                </a:gs>
                <a:gs pos="100000">
                  <a:srgbClr val="FFFFFF"/>
                </a:gs>
              </a:gsLst>
              <a:lin ang="0" scaled="0"/>
            </a:gradFill>
            <a:ln w="9525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Tick 1/16">
              <a:extLst>
                <a:ext uri="{FF2B5EF4-FFF2-40B4-BE49-F238E27FC236}">
                  <a16:creationId xmlns:a16="http://schemas.microsoft.com/office/drawing/2014/main" id="{C7CC29BC-9DDD-157C-ED56-5BA994646F6B}"/>
                </a:ext>
              </a:extLst>
            </p:cNvPr>
            <p:cNvCxnSpPr/>
            <p:nvPr/>
          </p:nvCxnSpPr>
          <p:spPr>
            <a:xfrm>
              <a:off x="665308" y="41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ick label 1/16">
              <a:extLst>
                <a:ext uri="{FF2B5EF4-FFF2-40B4-BE49-F238E27FC236}">
                  <a16:creationId xmlns:a16="http://schemas.microsoft.com/office/drawing/2014/main" id="{BBAB67CA-B6DE-36CA-404C-5D926E729EF6}"/>
                </a:ext>
              </a:extLst>
            </p:cNvPr>
            <p:cNvSpPr txBox="1"/>
            <p:nvPr/>
          </p:nvSpPr>
          <p:spPr>
            <a:xfrm>
              <a:off x="365308" y="43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1/16</a:t>
              </a:r>
            </a:p>
          </p:txBody>
        </p:sp>
        <p:cxnSp>
          <p:nvCxnSpPr>
            <p:cNvPr id="20" name="Tick 1/8">
              <a:extLst>
                <a:ext uri="{FF2B5EF4-FFF2-40B4-BE49-F238E27FC236}">
                  <a16:creationId xmlns:a16="http://schemas.microsoft.com/office/drawing/2014/main" id="{8C82193D-9D48-B8DD-9B9E-FF69F897DDAB}"/>
                </a:ext>
              </a:extLst>
            </p:cNvPr>
            <p:cNvCxnSpPr/>
            <p:nvPr/>
          </p:nvCxnSpPr>
          <p:spPr>
            <a:xfrm>
              <a:off x="1044944" y="41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ick label 1/8">
              <a:extLst>
                <a:ext uri="{FF2B5EF4-FFF2-40B4-BE49-F238E27FC236}">
                  <a16:creationId xmlns:a16="http://schemas.microsoft.com/office/drawing/2014/main" id="{3DCF4227-E863-D295-0BF7-DFA18423A5ED}"/>
                </a:ext>
              </a:extLst>
            </p:cNvPr>
            <p:cNvSpPr txBox="1"/>
            <p:nvPr/>
          </p:nvSpPr>
          <p:spPr>
            <a:xfrm>
              <a:off x="744944" y="43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1/8</a:t>
              </a:r>
            </a:p>
          </p:txBody>
        </p:sp>
        <p:cxnSp>
          <p:nvCxnSpPr>
            <p:cNvPr id="22" name="Tick 1/4">
              <a:extLst>
                <a:ext uri="{FF2B5EF4-FFF2-40B4-BE49-F238E27FC236}">
                  <a16:creationId xmlns:a16="http://schemas.microsoft.com/office/drawing/2014/main" id="{2E237A59-77A0-3B82-306C-3A12527320B1}"/>
                </a:ext>
              </a:extLst>
            </p:cNvPr>
            <p:cNvCxnSpPr/>
            <p:nvPr/>
          </p:nvCxnSpPr>
          <p:spPr>
            <a:xfrm>
              <a:off x="1804217" y="41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ick label 1/4">
              <a:extLst>
                <a:ext uri="{FF2B5EF4-FFF2-40B4-BE49-F238E27FC236}">
                  <a16:creationId xmlns:a16="http://schemas.microsoft.com/office/drawing/2014/main" id="{8B883D34-87BF-5DBF-F7EC-E76B3F7A688A}"/>
                </a:ext>
              </a:extLst>
            </p:cNvPr>
            <p:cNvSpPr txBox="1"/>
            <p:nvPr/>
          </p:nvSpPr>
          <p:spPr>
            <a:xfrm>
              <a:off x="1504217" y="43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1/4</a:t>
              </a:r>
            </a:p>
          </p:txBody>
        </p:sp>
        <p:cxnSp>
          <p:nvCxnSpPr>
            <p:cNvPr id="24" name="Tick 1/2">
              <a:extLst>
                <a:ext uri="{FF2B5EF4-FFF2-40B4-BE49-F238E27FC236}">
                  <a16:creationId xmlns:a16="http://schemas.microsoft.com/office/drawing/2014/main" id="{64B70A04-CBEC-3716-2274-F746C416698F}"/>
                </a:ext>
              </a:extLst>
            </p:cNvPr>
            <p:cNvCxnSpPr/>
            <p:nvPr/>
          </p:nvCxnSpPr>
          <p:spPr>
            <a:xfrm>
              <a:off x="3322763" y="41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ick label 1/2">
              <a:extLst>
                <a:ext uri="{FF2B5EF4-FFF2-40B4-BE49-F238E27FC236}">
                  <a16:creationId xmlns:a16="http://schemas.microsoft.com/office/drawing/2014/main" id="{855AD652-4E7D-5581-FEA6-5492EFFE259A}"/>
                </a:ext>
              </a:extLst>
            </p:cNvPr>
            <p:cNvSpPr txBox="1"/>
            <p:nvPr/>
          </p:nvSpPr>
          <p:spPr>
            <a:xfrm>
              <a:off x="3022763" y="43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1/2</a:t>
              </a:r>
            </a:p>
          </p:txBody>
        </p:sp>
        <p:cxnSp>
          <p:nvCxnSpPr>
            <p:cNvPr id="26" name="Tick 1">
              <a:extLst>
                <a:ext uri="{FF2B5EF4-FFF2-40B4-BE49-F238E27FC236}">
                  <a16:creationId xmlns:a16="http://schemas.microsoft.com/office/drawing/2014/main" id="{56FED0A0-EA60-F6FF-434A-52EC2BE1647C}"/>
                </a:ext>
              </a:extLst>
            </p:cNvPr>
            <p:cNvCxnSpPr/>
            <p:nvPr/>
          </p:nvCxnSpPr>
          <p:spPr>
            <a:xfrm>
              <a:off x="6359855" y="41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ick label 1">
              <a:extLst>
                <a:ext uri="{FF2B5EF4-FFF2-40B4-BE49-F238E27FC236}">
                  <a16:creationId xmlns:a16="http://schemas.microsoft.com/office/drawing/2014/main" id="{CC7DD6CD-EA43-CF06-819F-F1BC7A20AC85}"/>
                </a:ext>
              </a:extLst>
            </p:cNvPr>
            <p:cNvSpPr txBox="1"/>
            <p:nvPr/>
          </p:nvSpPr>
          <p:spPr>
            <a:xfrm>
              <a:off x="6059855" y="43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F534FC1-2F75-DACA-6BBF-C9F9A22D0A4C}"/>
              </a:ext>
            </a:extLst>
          </p:cNvPr>
          <p:cNvGrpSpPr/>
          <p:nvPr/>
        </p:nvGrpSpPr>
        <p:grpSpPr>
          <a:xfrm>
            <a:off x="6728820" y="4655396"/>
            <a:ext cx="4588080" cy="1109008"/>
            <a:chOff x="285672" y="4728008"/>
            <a:chExt cx="6374183" cy="1310000"/>
          </a:xfrm>
        </p:grpSpPr>
        <p:sp>
          <p:nvSpPr>
            <p:cNvPr id="28" name="Label 2">
              <a:extLst>
                <a:ext uri="{FF2B5EF4-FFF2-40B4-BE49-F238E27FC236}">
                  <a16:creationId xmlns:a16="http://schemas.microsoft.com/office/drawing/2014/main" id="{07CDA8E5-10A6-00A1-931D-10D26458ABAF}"/>
                </a:ext>
              </a:extLst>
            </p:cNvPr>
            <p:cNvSpPr txBox="1"/>
            <p:nvPr/>
          </p:nvSpPr>
          <p:spPr>
            <a:xfrm>
              <a:off x="285672" y="4728008"/>
              <a:ext cx="6074183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1">
                  <a:solidFill>
                    <a:srgbClr val="221F20"/>
                  </a:solidFill>
                </a:rPr>
                <a:t>Perceptually uniform</a:t>
              </a:r>
            </a:p>
          </p:txBody>
        </p:sp>
        <p:sp>
          <p:nvSpPr>
            <p:cNvPr id="29" name="Note 2">
              <a:extLst>
                <a:ext uri="{FF2B5EF4-FFF2-40B4-BE49-F238E27FC236}">
                  <a16:creationId xmlns:a16="http://schemas.microsoft.com/office/drawing/2014/main" id="{F80E3EFC-7CF5-163F-C322-501271DF34C7}"/>
                </a:ext>
              </a:extLst>
            </p:cNvPr>
            <p:cNvSpPr txBox="1"/>
            <p:nvPr/>
          </p:nvSpPr>
          <p:spPr>
            <a:xfrm>
              <a:off x="285672" y="4758008"/>
              <a:ext cx="6074183" cy="30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400" b="0">
                  <a:solidFill>
                    <a:srgbClr val="6E6B6C"/>
                  </a:solidFill>
                </a:rPr>
                <a:t>even steps of brightness</a:t>
              </a:r>
            </a:p>
          </p:txBody>
        </p:sp>
        <p:sp>
          <p:nvSpPr>
            <p:cNvPr id="30" name="Grey bar 2">
              <a:extLst>
                <a:ext uri="{FF2B5EF4-FFF2-40B4-BE49-F238E27FC236}">
                  <a16:creationId xmlns:a16="http://schemas.microsoft.com/office/drawing/2014/main" id="{711590D0-5D65-23C7-EA1F-1FBA41D3253C}"/>
                </a:ext>
              </a:extLst>
            </p:cNvPr>
            <p:cNvSpPr/>
            <p:nvPr/>
          </p:nvSpPr>
          <p:spPr>
            <a:xfrm>
              <a:off x="285672" y="5128008"/>
              <a:ext cx="6074183" cy="560000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2128">
                  <a:srgbClr val="080808"/>
                </a:gs>
                <a:gs pos="4255">
                  <a:srgbClr val="0F0F0F"/>
                </a:gs>
                <a:gs pos="6383">
                  <a:srgbClr val="141414"/>
                </a:gs>
                <a:gs pos="8511">
                  <a:srgbClr val="191919"/>
                </a:gs>
                <a:gs pos="10638">
                  <a:srgbClr val="1D1D1D"/>
                </a:gs>
                <a:gs pos="12766">
                  <a:srgbClr val="212121"/>
                </a:gs>
                <a:gs pos="14894">
                  <a:srgbClr val="252525"/>
                </a:gs>
                <a:gs pos="17021">
                  <a:srgbClr val="2A2A2A"/>
                </a:gs>
                <a:gs pos="19149">
                  <a:srgbClr val="2E2E2E"/>
                </a:gs>
                <a:gs pos="21277">
                  <a:srgbClr val="333333"/>
                </a:gs>
                <a:gs pos="23404">
                  <a:srgbClr val="383838"/>
                </a:gs>
                <a:gs pos="25532">
                  <a:srgbClr val="3C3C3C"/>
                </a:gs>
                <a:gs pos="27660">
                  <a:srgbClr val="414141"/>
                </a:gs>
                <a:gs pos="29787">
                  <a:srgbClr val="464646"/>
                </a:gs>
                <a:gs pos="31915">
                  <a:srgbClr val="4B4B4B"/>
                </a:gs>
                <a:gs pos="34043">
                  <a:srgbClr val="505050"/>
                </a:gs>
                <a:gs pos="36170">
                  <a:srgbClr val="555555"/>
                </a:gs>
                <a:gs pos="38298">
                  <a:srgbClr val="5A5A5A"/>
                </a:gs>
                <a:gs pos="40426">
                  <a:srgbClr val="5F5F5F"/>
                </a:gs>
                <a:gs pos="42553">
                  <a:srgbClr val="646464"/>
                </a:gs>
                <a:gs pos="44681">
                  <a:srgbClr val="6A6A6A"/>
                </a:gs>
                <a:gs pos="46809">
                  <a:srgbClr val="6F6F6F"/>
                </a:gs>
                <a:gs pos="48936">
                  <a:srgbClr val="747474"/>
                </a:gs>
                <a:gs pos="51064">
                  <a:srgbClr val="7A7A7A"/>
                </a:gs>
                <a:gs pos="53191">
                  <a:srgbClr val="7F7F7F"/>
                </a:gs>
                <a:gs pos="55319">
                  <a:srgbClr val="848484"/>
                </a:gs>
                <a:gs pos="57447">
                  <a:srgbClr val="8A8A8A"/>
                </a:gs>
                <a:gs pos="59574">
                  <a:srgbClr val="8F8F8F"/>
                </a:gs>
                <a:gs pos="61702">
                  <a:srgbClr val="959595"/>
                </a:gs>
                <a:gs pos="63830">
                  <a:srgbClr val="9B9B9B"/>
                </a:gs>
                <a:gs pos="65957">
                  <a:srgbClr val="A0A0A0"/>
                </a:gs>
                <a:gs pos="68085">
                  <a:srgbClr val="A6A6A6"/>
                </a:gs>
                <a:gs pos="70213">
                  <a:srgbClr val="ACACAC"/>
                </a:gs>
                <a:gs pos="72340">
                  <a:srgbClr val="B1B1B1"/>
                </a:gs>
                <a:gs pos="74468">
                  <a:srgbClr val="B7B7B7"/>
                </a:gs>
                <a:gs pos="76596">
                  <a:srgbClr val="BDBDBD"/>
                </a:gs>
                <a:gs pos="78723">
                  <a:srgbClr val="C3C3C3"/>
                </a:gs>
                <a:gs pos="80851">
                  <a:srgbClr val="C9C9C9"/>
                </a:gs>
                <a:gs pos="82979">
                  <a:srgbClr val="CFCFCF"/>
                </a:gs>
                <a:gs pos="85106">
                  <a:srgbClr val="D5D5D5"/>
                </a:gs>
                <a:gs pos="87234">
                  <a:srgbClr val="DBDBDB"/>
                </a:gs>
                <a:gs pos="89362">
                  <a:srgbClr val="E1E1E1"/>
                </a:gs>
                <a:gs pos="91489">
                  <a:srgbClr val="E7E7E7"/>
                </a:gs>
                <a:gs pos="93617">
                  <a:srgbClr val="EDEDED"/>
                </a:gs>
                <a:gs pos="95745">
                  <a:srgbClr val="F3F3F3"/>
                </a:gs>
                <a:gs pos="97872">
                  <a:srgbClr val="F9F9F9"/>
                </a:gs>
                <a:gs pos="100000">
                  <a:srgbClr val="FFFFFF"/>
                </a:gs>
              </a:gsLst>
              <a:lin ang="0" scaled="0"/>
            </a:gradFill>
            <a:ln w="9525">
              <a:solidFill>
                <a:srgbClr val="6E6B6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1" name="Tick 1/16">
              <a:extLst>
                <a:ext uri="{FF2B5EF4-FFF2-40B4-BE49-F238E27FC236}">
                  <a16:creationId xmlns:a16="http://schemas.microsoft.com/office/drawing/2014/main" id="{5E33A516-6695-C0E3-594C-30F422B0816D}"/>
                </a:ext>
              </a:extLst>
            </p:cNvPr>
            <p:cNvCxnSpPr/>
            <p:nvPr/>
          </p:nvCxnSpPr>
          <p:spPr>
            <a:xfrm>
              <a:off x="2110030" y="56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ick label 1/16">
              <a:extLst>
                <a:ext uri="{FF2B5EF4-FFF2-40B4-BE49-F238E27FC236}">
                  <a16:creationId xmlns:a16="http://schemas.microsoft.com/office/drawing/2014/main" id="{9885CA19-3A44-859A-7623-C03BA175E730}"/>
                </a:ext>
              </a:extLst>
            </p:cNvPr>
            <p:cNvSpPr txBox="1"/>
            <p:nvPr/>
          </p:nvSpPr>
          <p:spPr>
            <a:xfrm>
              <a:off x="1810030" y="58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1/16</a:t>
              </a:r>
            </a:p>
          </p:txBody>
        </p:sp>
        <p:cxnSp>
          <p:nvCxnSpPr>
            <p:cNvPr id="33" name="Tick 1/8">
              <a:extLst>
                <a:ext uri="{FF2B5EF4-FFF2-40B4-BE49-F238E27FC236}">
                  <a16:creationId xmlns:a16="http://schemas.microsoft.com/office/drawing/2014/main" id="{9D43A3BA-F0D7-2BBD-A508-6F0B999F312F}"/>
                </a:ext>
              </a:extLst>
            </p:cNvPr>
            <p:cNvCxnSpPr/>
            <p:nvPr/>
          </p:nvCxnSpPr>
          <p:spPr>
            <a:xfrm>
              <a:off x="2836828" y="56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ick label 1/8">
              <a:extLst>
                <a:ext uri="{FF2B5EF4-FFF2-40B4-BE49-F238E27FC236}">
                  <a16:creationId xmlns:a16="http://schemas.microsoft.com/office/drawing/2014/main" id="{A5D05115-50D8-1AD5-AA9A-8A9322EB031C}"/>
                </a:ext>
              </a:extLst>
            </p:cNvPr>
            <p:cNvSpPr txBox="1"/>
            <p:nvPr/>
          </p:nvSpPr>
          <p:spPr>
            <a:xfrm>
              <a:off x="2536828" y="58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1/8</a:t>
              </a:r>
            </a:p>
          </p:txBody>
        </p:sp>
        <p:cxnSp>
          <p:nvCxnSpPr>
            <p:cNvPr id="35" name="Tick 1/4">
              <a:extLst>
                <a:ext uri="{FF2B5EF4-FFF2-40B4-BE49-F238E27FC236}">
                  <a16:creationId xmlns:a16="http://schemas.microsoft.com/office/drawing/2014/main" id="{6B44EE87-B7F3-882B-5E9D-5F0584FF6355}"/>
                </a:ext>
              </a:extLst>
            </p:cNvPr>
            <p:cNvCxnSpPr/>
            <p:nvPr/>
          </p:nvCxnSpPr>
          <p:spPr>
            <a:xfrm>
              <a:off x="3752537" y="56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ick label 1/4">
              <a:extLst>
                <a:ext uri="{FF2B5EF4-FFF2-40B4-BE49-F238E27FC236}">
                  <a16:creationId xmlns:a16="http://schemas.microsoft.com/office/drawing/2014/main" id="{22BDE168-973E-B2E8-5235-2F971A994ADA}"/>
                </a:ext>
              </a:extLst>
            </p:cNvPr>
            <p:cNvSpPr txBox="1"/>
            <p:nvPr/>
          </p:nvSpPr>
          <p:spPr>
            <a:xfrm>
              <a:off x="3452537" y="58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1/4</a:t>
              </a:r>
            </a:p>
          </p:txBody>
        </p:sp>
        <p:cxnSp>
          <p:nvCxnSpPr>
            <p:cNvPr id="37" name="Tick 1/2">
              <a:extLst>
                <a:ext uri="{FF2B5EF4-FFF2-40B4-BE49-F238E27FC236}">
                  <a16:creationId xmlns:a16="http://schemas.microsoft.com/office/drawing/2014/main" id="{94F8EFD5-9B94-7EDD-98E1-D57161FFA59A}"/>
                </a:ext>
              </a:extLst>
            </p:cNvPr>
            <p:cNvCxnSpPr/>
            <p:nvPr/>
          </p:nvCxnSpPr>
          <p:spPr>
            <a:xfrm>
              <a:off x="4906258" y="56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ick label 1/2">
              <a:extLst>
                <a:ext uri="{FF2B5EF4-FFF2-40B4-BE49-F238E27FC236}">
                  <a16:creationId xmlns:a16="http://schemas.microsoft.com/office/drawing/2014/main" id="{598812AD-4829-530F-0BDA-665DF29A3D07}"/>
                </a:ext>
              </a:extLst>
            </p:cNvPr>
            <p:cNvSpPr txBox="1"/>
            <p:nvPr/>
          </p:nvSpPr>
          <p:spPr>
            <a:xfrm>
              <a:off x="4606258" y="58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1/2</a:t>
              </a:r>
            </a:p>
          </p:txBody>
        </p:sp>
        <p:cxnSp>
          <p:nvCxnSpPr>
            <p:cNvPr id="39" name="Tick 1">
              <a:extLst>
                <a:ext uri="{FF2B5EF4-FFF2-40B4-BE49-F238E27FC236}">
                  <a16:creationId xmlns:a16="http://schemas.microsoft.com/office/drawing/2014/main" id="{44F1DE89-4D2D-1EB2-B6D4-46BB0F84EFBD}"/>
                </a:ext>
              </a:extLst>
            </p:cNvPr>
            <p:cNvCxnSpPr/>
            <p:nvPr/>
          </p:nvCxnSpPr>
          <p:spPr>
            <a:xfrm>
              <a:off x="6359855" y="5688008"/>
              <a:ext cx="0" cy="90000"/>
            </a:xfrm>
            <a:prstGeom prst="line">
              <a:avLst/>
            </a:prstGeom>
            <a:ln w="9525">
              <a:solidFill>
                <a:srgbClr val="6E6B6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ick label 1">
              <a:extLst>
                <a:ext uri="{FF2B5EF4-FFF2-40B4-BE49-F238E27FC236}">
                  <a16:creationId xmlns:a16="http://schemas.microsoft.com/office/drawing/2014/main" id="{BA44C5DC-0598-ECA5-671C-443F3C957AAF}"/>
                </a:ext>
              </a:extLst>
            </p:cNvPr>
            <p:cNvSpPr txBox="1"/>
            <p:nvPr/>
          </p:nvSpPr>
          <p:spPr>
            <a:xfrm>
              <a:off x="6059855" y="5808008"/>
              <a:ext cx="600000" cy="2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221F20"/>
                  </a:solidFill>
                  <a:latin typeface="Consolas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388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01481F-F250-6515-607B-A78A85F63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7"/>
          <a:stretch>
            <a:fillRect/>
          </a:stretch>
        </p:blipFill>
        <p:spPr>
          <a:xfrm>
            <a:off x="1591055" y="365760"/>
            <a:ext cx="6588235" cy="612648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BD798B-9D19-613D-7648-13BE5D1E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920" y="548640"/>
            <a:ext cx="1877263" cy="5760720"/>
          </a:xfrm>
        </p:spPr>
        <p:txBody>
          <a:bodyPr>
            <a:normAutofit/>
          </a:bodyPr>
          <a:lstStyle/>
          <a:p>
            <a:r>
              <a:rPr lang="da-DK" err="1"/>
              <a:t>Color</a:t>
            </a:r>
            <a:r>
              <a:rPr lang="da-DK"/>
              <a:t> Maps</a:t>
            </a:r>
          </a:p>
        </p:txBody>
      </p:sp>
    </p:spTree>
    <p:extLst>
      <p:ext uri="{BB962C8B-B14F-4D97-AF65-F5344CB8AC3E}">
        <p14:creationId xmlns:p14="http://schemas.microsoft.com/office/powerpoint/2010/main" val="1144144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600E05-BCAD-1F52-09AA-C2EBE6AD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Sequential</a:t>
            </a:r>
            <a:r>
              <a:rPr lang="da-DK"/>
              <a:t> </a:t>
            </a:r>
            <a:r>
              <a:rPr lang="da-DK" err="1"/>
              <a:t>Color</a:t>
            </a:r>
            <a:r>
              <a:rPr lang="da-DK"/>
              <a:t> </a:t>
            </a:r>
            <a:r>
              <a:rPr lang="da-DK" err="1"/>
              <a:t>Map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F0EA8-927D-E118-2AE2-5F3BDDFCB9B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sz="2400" dirty="0"/>
              <a:t>O</a:t>
            </a:r>
            <a:r>
              <a:rPr lang="en-US" sz="2400" dirty="0"/>
              <a:t>ne-direction scale for </a:t>
            </a:r>
            <a:r>
              <a:rPr lang="en-US" sz="2400" b="1" dirty="0"/>
              <a:t>ordered</a:t>
            </a:r>
            <a:r>
              <a:rPr lang="en-US" sz="2400" dirty="0"/>
              <a:t>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Continous</a:t>
            </a:r>
            <a:r>
              <a:rPr lang="en-US" sz="2400" dirty="0"/>
              <a:t> scale for continuous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Discrete scale for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Discrete numerical data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Ordinal data</a:t>
            </a:r>
          </a:p>
        </p:txBody>
      </p:sp>
      <p:sp>
        <p:nvSpPr>
          <p:cNvPr id="8" name="Swatch 1">
            <a:extLst>
              <a:ext uri="{FF2B5EF4-FFF2-40B4-BE49-F238E27FC236}">
                <a16:creationId xmlns:a16="http://schemas.microsoft.com/office/drawing/2014/main" id="{EA287FD1-D4D0-0EB9-0FC1-93231DDEF91B}"/>
              </a:ext>
            </a:extLst>
          </p:cNvPr>
          <p:cNvSpPr/>
          <p:nvPr/>
        </p:nvSpPr>
        <p:spPr>
          <a:xfrm>
            <a:off x="6464808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BEE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watch 2">
            <a:extLst>
              <a:ext uri="{FF2B5EF4-FFF2-40B4-BE49-F238E27FC236}">
                <a16:creationId xmlns:a16="http://schemas.microsoft.com/office/drawing/2014/main" id="{47C1DF47-D9EA-40D6-040C-1C53D69D987F}"/>
              </a:ext>
            </a:extLst>
          </p:cNvPr>
          <p:cNvSpPr/>
          <p:nvPr/>
        </p:nvSpPr>
        <p:spPr>
          <a:xfrm>
            <a:off x="7177665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8EC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watch 3">
            <a:extLst>
              <a:ext uri="{FF2B5EF4-FFF2-40B4-BE49-F238E27FC236}">
                <a16:creationId xmlns:a16="http://schemas.microsoft.com/office/drawing/2014/main" id="{F5526CCE-4C48-9B4B-826E-E90BB590C577}"/>
              </a:ext>
            </a:extLst>
          </p:cNvPr>
          <p:cNvSpPr/>
          <p:nvPr/>
        </p:nvSpPr>
        <p:spPr>
          <a:xfrm>
            <a:off x="7890522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55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watch 4">
            <a:extLst>
              <a:ext uri="{FF2B5EF4-FFF2-40B4-BE49-F238E27FC236}">
                <a16:creationId xmlns:a16="http://schemas.microsoft.com/office/drawing/2014/main" id="{98C9E841-D62D-15BD-B201-2CB18EFA3F20}"/>
              </a:ext>
            </a:extLst>
          </p:cNvPr>
          <p:cNvSpPr/>
          <p:nvPr/>
        </p:nvSpPr>
        <p:spPr>
          <a:xfrm>
            <a:off x="8603379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3F9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watch 5">
            <a:extLst>
              <a:ext uri="{FF2B5EF4-FFF2-40B4-BE49-F238E27FC236}">
                <a16:creationId xmlns:a16="http://schemas.microsoft.com/office/drawing/2014/main" id="{FF65FEDB-6CDB-EC72-D63B-ED85458F5281}"/>
              </a:ext>
            </a:extLst>
          </p:cNvPr>
          <p:cNvSpPr/>
          <p:nvPr/>
        </p:nvSpPr>
        <p:spPr>
          <a:xfrm>
            <a:off x="9316236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3D6C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watch 6">
            <a:extLst>
              <a:ext uri="{FF2B5EF4-FFF2-40B4-BE49-F238E27FC236}">
                <a16:creationId xmlns:a16="http://schemas.microsoft.com/office/drawing/2014/main" id="{52732179-71CC-C127-4409-E5BCD2EBC601}"/>
              </a:ext>
            </a:extLst>
          </p:cNvPr>
          <p:cNvSpPr/>
          <p:nvPr/>
        </p:nvSpPr>
        <p:spPr>
          <a:xfrm>
            <a:off x="10029093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314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watch 7">
            <a:extLst>
              <a:ext uri="{FF2B5EF4-FFF2-40B4-BE49-F238E27FC236}">
                <a16:creationId xmlns:a16="http://schemas.microsoft.com/office/drawing/2014/main" id="{99A9E6AF-23EE-B4CD-C471-67369B258893}"/>
              </a:ext>
            </a:extLst>
          </p:cNvPr>
          <p:cNvSpPr/>
          <p:nvPr/>
        </p:nvSpPr>
        <p:spPr>
          <a:xfrm>
            <a:off x="10741950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20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Gradient bar">
            <a:extLst>
              <a:ext uri="{FF2B5EF4-FFF2-40B4-BE49-F238E27FC236}">
                <a16:creationId xmlns:a16="http://schemas.microsoft.com/office/drawing/2014/main" id="{4925CA00-A766-68E2-35B3-83244A65225D}"/>
              </a:ext>
            </a:extLst>
          </p:cNvPr>
          <p:cNvSpPr/>
          <p:nvPr/>
        </p:nvSpPr>
        <p:spPr>
          <a:xfrm>
            <a:off x="6464808" y="4179000"/>
            <a:ext cx="4900000" cy="21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EE2D6"/>
              </a:gs>
              <a:gs pos="4347">
                <a:srgbClr val="B2DDD6"/>
              </a:gs>
              <a:gs pos="8695">
                <a:srgbClr val="A5D8D6"/>
              </a:gs>
              <a:gs pos="13043">
                <a:srgbClr val="99D2D5"/>
              </a:gs>
              <a:gs pos="17391">
                <a:srgbClr val="8CCDD5"/>
              </a:gs>
              <a:gs pos="21739">
                <a:srgbClr val="7FC7D5"/>
              </a:gs>
              <a:gs pos="26086">
                <a:srgbClr val="6FC1D6"/>
              </a:gs>
              <a:gs pos="30434">
                <a:srgbClr val="5FBAD7"/>
              </a:gs>
              <a:gs pos="34782">
                <a:srgbClr val="50B4D8"/>
              </a:gs>
              <a:gs pos="39130">
                <a:srgbClr val="40ADD9"/>
              </a:gs>
              <a:gs pos="43478">
                <a:srgbClr val="3EA3D3"/>
              </a:gs>
              <a:gs pos="47826">
                <a:srgbClr val="3F98CC"/>
              </a:gs>
              <a:gs pos="52173">
                <a:srgbClr val="3F8EC5"/>
              </a:gs>
              <a:gs pos="56521">
                <a:srgbClr val="4083BE"/>
              </a:gs>
              <a:gs pos="60869">
                <a:srgbClr val="4078B6"/>
              </a:gs>
              <a:gs pos="65217">
                <a:srgbClr val="3E6FAD"/>
              </a:gs>
              <a:gs pos="69565">
                <a:srgbClr val="3B66A4"/>
              </a:gs>
              <a:gs pos="73913">
                <a:srgbClr val="385D9B"/>
              </a:gs>
              <a:gs pos="78260">
                <a:srgbClr val="355592"/>
              </a:gs>
              <a:gs pos="82608">
                <a:srgbClr val="314D88"/>
              </a:gs>
              <a:gs pos="86956">
                <a:srgbClr val="2D467D"/>
              </a:gs>
              <a:gs pos="91304">
                <a:srgbClr val="293E73"/>
              </a:gs>
              <a:gs pos="95652">
                <a:srgbClr val="243768"/>
              </a:gs>
              <a:gs pos="100000">
                <a:srgbClr val="20305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ow label">
            <a:extLst>
              <a:ext uri="{FF2B5EF4-FFF2-40B4-BE49-F238E27FC236}">
                <a16:creationId xmlns:a16="http://schemas.microsoft.com/office/drawing/2014/main" id="{4F63BF87-320C-8F46-E66C-BC8AED0D3B42}"/>
              </a:ext>
            </a:extLst>
          </p:cNvPr>
          <p:cNvSpPr txBox="1"/>
          <p:nvPr/>
        </p:nvSpPr>
        <p:spPr>
          <a:xfrm>
            <a:off x="6464808" y="4459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6E6B6C"/>
                </a:solidFill>
              </a:rPr>
              <a:t>Low</a:t>
            </a:r>
          </a:p>
        </p:txBody>
      </p:sp>
      <p:sp>
        <p:nvSpPr>
          <p:cNvPr id="28" name="High label">
            <a:extLst>
              <a:ext uri="{FF2B5EF4-FFF2-40B4-BE49-F238E27FC236}">
                <a16:creationId xmlns:a16="http://schemas.microsoft.com/office/drawing/2014/main" id="{078971CE-2B3A-15DB-1656-18FC17D1B8F2}"/>
              </a:ext>
            </a:extLst>
          </p:cNvPr>
          <p:cNvSpPr txBox="1"/>
          <p:nvPr/>
        </p:nvSpPr>
        <p:spPr>
          <a:xfrm>
            <a:off x="10564808" y="4459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>
                <a:solidFill>
                  <a:srgbClr val="6E6B6C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9928434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1275-BF6D-481B-1F05-9741E251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33BE89-3EAC-F60A-6B0C-FDBF5D15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Diverging</a:t>
            </a:r>
            <a:r>
              <a:rPr lang="da-DK"/>
              <a:t> </a:t>
            </a:r>
            <a:r>
              <a:rPr lang="da-DK" err="1"/>
              <a:t>Color</a:t>
            </a:r>
            <a:r>
              <a:rPr lang="da-DK"/>
              <a:t> </a:t>
            </a:r>
            <a:r>
              <a:rPr lang="da-DK" err="1"/>
              <a:t>Map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5BB6D-BD3A-46E5-BD82-EE0E884723E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Two-sided sequential scale around a </a:t>
            </a:r>
            <a:r>
              <a:rPr lang="en-US" sz="2400" b="1" dirty="0"/>
              <a:t>meaningful mid point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for data where the mid is important</a:t>
            </a:r>
          </a:p>
        </p:txBody>
      </p:sp>
      <p:sp>
        <p:nvSpPr>
          <p:cNvPr id="6" name="Swatch 1">
            <a:extLst>
              <a:ext uri="{FF2B5EF4-FFF2-40B4-BE49-F238E27FC236}">
                <a16:creationId xmlns:a16="http://schemas.microsoft.com/office/drawing/2014/main" id="{5E089A9C-2D1B-AA6F-C305-7AB45446C080}"/>
              </a:ext>
            </a:extLst>
          </p:cNvPr>
          <p:cNvSpPr/>
          <p:nvPr/>
        </p:nvSpPr>
        <p:spPr>
          <a:xfrm>
            <a:off x="6446520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0A7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watch 2">
            <a:extLst>
              <a:ext uri="{FF2B5EF4-FFF2-40B4-BE49-F238E27FC236}">
                <a16:creationId xmlns:a16="http://schemas.microsoft.com/office/drawing/2014/main" id="{8C58AD7A-9C2B-9C1A-01B8-5AF9D19CB3C3}"/>
              </a:ext>
            </a:extLst>
          </p:cNvPr>
          <p:cNvSpPr/>
          <p:nvPr/>
        </p:nvSpPr>
        <p:spPr>
          <a:xfrm>
            <a:off x="7159377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62BD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watch 3">
            <a:extLst>
              <a:ext uri="{FF2B5EF4-FFF2-40B4-BE49-F238E27FC236}">
                <a16:creationId xmlns:a16="http://schemas.microsoft.com/office/drawing/2014/main" id="{60EFAD85-10FD-59DF-AF61-9AA1D51BED88}"/>
              </a:ext>
            </a:extLst>
          </p:cNvPr>
          <p:cNvSpPr/>
          <p:nvPr/>
        </p:nvSpPr>
        <p:spPr>
          <a:xfrm>
            <a:off x="7872234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B9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watch 4">
            <a:extLst>
              <a:ext uri="{FF2B5EF4-FFF2-40B4-BE49-F238E27FC236}">
                <a16:creationId xmlns:a16="http://schemas.microsoft.com/office/drawing/2014/main" id="{5A74FB02-DB1F-DDB3-3BD8-DBDE90754376}"/>
              </a:ext>
            </a:extLst>
          </p:cNvPr>
          <p:cNvSpPr/>
          <p:nvPr/>
        </p:nvSpPr>
        <p:spPr>
          <a:xfrm>
            <a:off x="8585091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F9F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1F20"/>
                </a:solidFill>
              </a:rPr>
              <a:t>Mid</a:t>
            </a:r>
          </a:p>
        </p:txBody>
      </p:sp>
      <p:sp>
        <p:nvSpPr>
          <p:cNvPr id="16" name="Swatch 5">
            <a:extLst>
              <a:ext uri="{FF2B5EF4-FFF2-40B4-BE49-F238E27FC236}">
                <a16:creationId xmlns:a16="http://schemas.microsoft.com/office/drawing/2014/main" id="{6FDFE240-13FB-FF26-E84E-51DF5FA6AF76}"/>
              </a:ext>
            </a:extLst>
          </p:cNvPr>
          <p:cNvSpPr/>
          <p:nvPr/>
        </p:nvSpPr>
        <p:spPr>
          <a:xfrm>
            <a:off x="9297948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F4B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watch 6">
            <a:extLst>
              <a:ext uri="{FF2B5EF4-FFF2-40B4-BE49-F238E27FC236}">
                <a16:creationId xmlns:a16="http://schemas.microsoft.com/office/drawing/2014/main" id="{673F4BAF-ADEC-20C9-E480-97C6FAA48476}"/>
              </a:ext>
            </a:extLst>
          </p:cNvPr>
          <p:cNvSpPr/>
          <p:nvPr/>
        </p:nvSpPr>
        <p:spPr>
          <a:xfrm>
            <a:off x="10010805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E06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watch 7">
            <a:extLst>
              <a:ext uri="{FF2B5EF4-FFF2-40B4-BE49-F238E27FC236}">
                <a16:creationId xmlns:a16="http://schemas.microsoft.com/office/drawing/2014/main" id="{A4F9D3E9-27A6-8B29-B6AA-973E58808A5A}"/>
              </a:ext>
            </a:extLst>
          </p:cNvPr>
          <p:cNvSpPr/>
          <p:nvPr/>
        </p:nvSpPr>
        <p:spPr>
          <a:xfrm>
            <a:off x="10723662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B0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Gradient bar">
            <a:extLst>
              <a:ext uri="{FF2B5EF4-FFF2-40B4-BE49-F238E27FC236}">
                <a16:creationId xmlns:a16="http://schemas.microsoft.com/office/drawing/2014/main" id="{58E5DE3E-516F-1D4D-89A0-6F6310A38DAC}"/>
              </a:ext>
            </a:extLst>
          </p:cNvPr>
          <p:cNvSpPr/>
          <p:nvPr/>
        </p:nvSpPr>
        <p:spPr>
          <a:xfrm>
            <a:off x="6446520" y="4179000"/>
            <a:ext cx="4900000" cy="210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7E76"/>
              </a:gs>
              <a:gs pos="4347">
                <a:srgbClr val="209087"/>
              </a:gs>
              <a:gs pos="8695">
                <a:srgbClr val="37A298"/>
              </a:gs>
              <a:gs pos="13043">
                <a:srgbClr val="4DB3A8"/>
              </a:gs>
              <a:gs pos="17391">
                <a:srgbClr val="66BFB0"/>
              </a:gs>
              <a:gs pos="21739">
                <a:srgbClr val="7ECBB9"/>
              </a:gs>
              <a:gs pos="26086">
                <a:srgbClr val="96D6C0"/>
              </a:gs>
              <a:gs pos="30434">
                <a:srgbClr val="ABDCC2"/>
              </a:gs>
              <a:gs pos="34782">
                <a:srgbClr val="C0E2C4"/>
              </a:gs>
              <a:gs pos="39130">
                <a:srgbClr val="D3E7C6"/>
              </a:gs>
              <a:gs pos="43478">
                <a:srgbClr val="E2EBC5"/>
              </a:gs>
              <a:gs pos="47826">
                <a:srgbClr val="F1EEC4"/>
              </a:gs>
              <a:gs pos="52173">
                <a:srgbClr val="F9EABA"/>
              </a:gs>
              <a:gs pos="56521">
                <a:srgbClr val="F8DDA7"/>
              </a:gs>
              <a:gs pos="60869">
                <a:srgbClr val="F7D193"/>
              </a:gs>
              <a:gs pos="65217">
                <a:srgbClr val="F5C086"/>
              </a:gs>
              <a:gs pos="69565">
                <a:srgbClr val="F2AE7C"/>
              </a:gs>
              <a:gs pos="73913">
                <a:srgbClr val="F09C72"/>
              </a:gs>
              <a:gs pos="78260">
                <a:srgbClr val="E9876A"/>
              </a:gs>
              <a:gs pos="82608">
                <a:srgbClr val="E17264"/>
              </a:gs>
              <a:gs pos="86956">
                <a:srgbClr val="D95E5E"/>
              </a:gs>
              <a:gs pos="91304">
                <a:srgbClr val="CC4C56"/>
              </a:gs>
              <a:gs pos="95652">
                <a:srgbClr val="BE3B4F"/>
              </a:gs>
              <a:gs pos="100000">
                <a:srgbClr val="B02A4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ow label">
            <a:extLst>
              <a:ext uri="{FF2B5EF4-FFF2-40B4-BE49-F238E27FC236}">
                <a16:creationId xmlns:a16="http://schemas.microsoft.com/office/drawing/2014/main" id="{00A0168D-1F63-02E5-DF76-1E1924732EAA}"/>
              </a:ext>
            </a:extLst>
          </p:cNvPr>
          <p:cNvSpPr txBox="1"/>
          <p:nvPr/>
        </p:nvSpPr>
        <p:spPr>
          <a:xfrm>
            <a:off x="6446520" y="4459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6E6B6C"/>
                </a:solidFill>
              </a:rPr>
              <a:t>Low</a:t>
            </a:r>
          </a:p>
        </p:txBody>
      </p:sp>
      <p:sp>
        <p:nvSpPr>
          <p:cNvPr id="26" name="High label">
            <a:extLst>
              <a:ext uri="{FF2B5EF4-FFF2-40B4-BE49-F238E27FC236}">
                <a16:creationId xmlns:a16="http://schemas.microsoft.com/office/drawing/2014/main" id="{D5ED7ACA-ECA8-62B6-5ACF-1C3F6280DAE2}"/>
              </a:ext>
            </a:extLst>
          </p:cNvPr>
          <p:cNvSpPr txBox="1"/>
          <p:nvPr/>
        </p:nvSpPr>
        <p:spPr>
          <a:xfrm>
            <a:off x="10546520" y="4459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>
                <a:solidFill>
                  <a:srgbClr val="6E6B6C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394519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F4D3A-931D-161A-53E6-D8BE4B962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2C0CC2-0765-7F56-4905-15E9BF5B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Categorical</a:t>
            </a:r>
            <a:r>
              <a:rPr lang="da-DK"/>
              <a:t> </a:t>
            </a:r>
            <a:r>
              <a:rPr lang="da-DK" err="1"/>
              <a:t>Colour</a:t>
            </a:r>
            <a:r>
              <a:rPr lang="da-DK"/>
              <a:t> </a:t>
            </a:r>
            <a:r>
              <a:rPr lang="da-DK" err="1"/>
              <a:t>Map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0299E-4ADD-B8C3-FA6C-B4A0282DE6F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Distinct colors with </a:t>
            </a:r>
            <a:r>
              <a:rPr lang="en-US" sz="2400" b="1" dirty="0"/>
              <a:t>no order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Use for </a:t>
            </a:r>
            <a:r>
              <a:rPr lang="en-US" dirty="0"/>
              <a:t>nominal data</a:t>
            </a:r>
          </a:p>
        </p:txBody>
      </p:sp>
      <p:sp>
        <p:nvSpPr>
          <p:cNvPr id="6" name="Swatch 1">
            <a:extLst>
              <a:ext uri="{FF2B5EF4-FFF2-40B4-BE49-F238E27FC236}">
                <a16:creationId xmlns:a16="http://schemas.microsoft.com/office/drawing/2014/main" id="{19D98450-0A57-80FB-4599-B7D69897EBC9}"/>
              </a:ext>
            </a:extLst>
          </p:cNvPr>
          <p:cNvSpPr/>
          <p:nvPr/>
        </p:nvSpPr>
        <p:spPr>
          <a:xfrm>
            <a:off x="6446520" y="3429000"/>
            <a:ext cx="622857" cy="520000"/>
          </a:xfrm>
          <a:prstGeom prst="roundRect">
            <a:avLst>
              <a:gd name="adj" fmla="val 8000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watch 2">
            <a:extLst>
              <a:ext uri="{FF2B5EF4-FFF2-40B4-BE49-F238E27FC236}">
                <a16:creationId xmlns:a16="http://schemas.microsoft.com/office/drawing/2014/main" id="{A86AE2EB-BDD5-0D53-1C94-224228091F8E}"/>
              </a:ext>
            </a:extLst>
          </p:cNvPr>
          <p:cNvSpPr/>
          <p:nvPr/>
        </p:nvSpPr>
        <p:spPr>
          <a:xfrm>
            <a:off x="7159377" y="3429000"/>
            <a:ext cx="622857" cy="520000"/>
          </a:xfrm>
          <a:prstGeom prst="roundRect">
            <a:avLst>
              <a:gd name="adj" fmla="val 8000"/>
            </a:avLst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watch 3">
            <a:extLst>
              <a:ext uri="{FF2B5EF4-FFF2-40B4-BE49-F238E27FC236}">
                <a16:creationId xmlns:a16="http://schemas.microsoft.com/office/drawing/2014/main" id="{E574861F-2DBC-EC05-E328-8C6577BE6193}"/>
              </a:ext>
            </a:extLst>
          </p:cNvPr>
          <p:cNvSpPr/>
          <p:nvPr/>
        </p:nvSpPr>
        <p:spPr>
          <a:xfrm>
            <a:off x="7872234" y="3429000"/>
            <a:ext cx="622857" cy="520000"/>
          </a:xfrm>
          <a:prstGeom prst="roundRect">
            <a:avLst>
              <a:gd name="adj" fmla="val 8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watch 4">
            <a:extLst>
              <a:ext uri="{FF2B5EF4-FFF2-40B4-BE49-F238E27FC236}">
                <a16:creationId xmlns:a16="http://schemas.microsoft.com/office/drawing/2014/main" id="{99E995FA-12E4-F225-533E-47F8D661E75C}"/>
              </a:ext>
            </a:extLst>
          </p:cNvPr>
          <p:cNvSpPr/>
          <p:nvPr/>
        </p:nvSpPr>
        <p:spPr>
          <a:xfrm>
            <a:off x="8585091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AF5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400" dirty="0">
              <a:solidFill>
                <a:srgbClr val="221F20"/>
              </a:solidFill>
            </a:endParaRPr>
          </a:p>
        </p:txBody>
      </p:sp>
      <p:sp>
        <p:nvSpPr>
          <p:cNvPr id="16" name="Swatch 5">
            <a:extLst>
              <a:ext uri="{FF2B5EF4-FFF2-40B4-BE49-F238E27FC236}">
                <a16:creationId xmlns:a16="http://schemas.microsoft.com/office/drawing/2014/main" id="{8279FF87-6740-35B7-1870-6605040CD5FD}"/>
              </a:ext>
            </a:extLst>
          </p:cNvPr>
          <p:cNvSpPr/>
          <p:nvPr/>
        </p:nvSpPr>
        <p:spPr>
          <a:xfrm>
            <a:off x="9297948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F4B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watch 6">
            <a:extLst>
              <a:ext uri="{FF2B5EF4-FFF2-40B4-BE49-F238E27FC236}">
                <a16:creationId xmlns:a16="http://schemas.microsoft.com/office/drawing/2014/main" id="{9F44EBD0-F7B4-1630-5390-4A4A13D89415}"/>
              </a:ext>
            </a:extLst>
          </p:cNvPr>
          <p:cNvSpPr/>
          <p:nvPr/>
        </p:nvSpPr>
        <p:spPr>
          <a:xfrm>
            <a:off x="10010805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64C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watch 7">
            <a:extLst>
              <a:ext uri="{FF2B5EF4-FFF2-40B4-BE49-F238E27FC236}">
                <a16:creationId xmlns:a16="http://schemas.microsoft.com/office/drawing/2014/main" id="{1432C55A-44BB-DB09-AA49-538A1A9407BB}"/>
              </a:ext>
            </a:extLst>
          </p:cNvPr>
          <p:cNvSpPr/>
          <p:nvPr/>
        </p:nvSpPr>
        <p:spPr>
          <a:xfrm>
            <a:off x="10723662" y="3429000"/>
            <a:ext cx="622857" cy="520000"/>
          </a:xfrm>
          <a:prstGeom prst="roundRect">
            <a:avLst>
              <a:gd name="adj" fmla="val 8000"/>
            </a:avLst>
          </a:prstGeom>
          <a:solidFill>
            <a:srgbClr val="F2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896248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20F7-40A7-0821-4076-1D08EE10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Picking</a:t>
            </a:r>
            <a:r>
              <a:rPr lang="da-DK"/>
              <a:t> </a:t>
            </a:r>
            <a:r>
              <a:rPr lang="da-DK" err="1"/>
              <a:t>Colormaps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FE8E-81BA-704B-B17E-70D234F62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2377440"/>
            <a:ext cx="6413500" cy="3657600"/>
          </a:xfrm>
        </p:spPr>
        <p:txBody>
          <a:bodyPr>
            <a:normAutofit/>
          </a:bodyPr>
          <a:lstStyle/>
          <a:p>
            <a:r>
              <a:rPr lang="da-DK" sz="2400" b="1" dirty="0" err="1"/>
              <a:t>Color</a:t>
            </a:r>
            <a:r>
              <a:rPr lang="da-DK" sz="2400" b="1" dirty="0"/>
              <a:t> Brewer: </a:t>
            </a:r>
            <a:r>
              <a:rPr lang="en-US" sz="2400" dirty="0"/>
              <a:t>designed for human perception, accessibility, and optimized for different data</a:t>
            </a:r>
            <a:endParaRPr lang="da-DK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a-DK" sz="2200" dirty="0">
                <a:hlinkClick r:id="rId3"/>
              </a:rPr>
              <a:t>colorbrewer2.org</a:t>
            </a:r>
            <a:endParaRPr lang="da-DK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da-DK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library</a:t>
            </a:r>
            <a:r>
              <a:rPr lang="da-DK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da-DK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RColorBrewer</a:t>
            </a:r>
            <a:r>
              <a:rPr lang="da-DK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da-DK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922F0-3583-4D77-E9EC-0F4A4C19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39</a:t>
            </a:fld>
            <a:endParaRPr lang="da-D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B68E5B6-9BA4-C283-3DAA-60262DA14383}"/>
              </a:ext>
            </a:extLst>
          </p:cNvPr>
          <p:cNvGrpSpPr/>
          <p:nvPr/>
        </p:nvGrpSpPr>
        <p:grpSpPr>
          <a:xfrm>
            <a:off x="7358743" y="1843313"/>
            <a:ext cx="4639806" cy="4326391"/>
            <a:chOff x="7358743" y="1843313"/>
            <a:chExt cx="4639806" cy="432639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3797075-7DDA-1771-8F7C-F39369FCB750}"/>
                </a:ext>
              </a:extLst>
            </p:cNvPr>
            <p:cNvSpPr/>
            <p:nvPr/>
          </p:nvSpPr>
          <p:spPr>
            <a:xfrm>
              <a:off x="7358743" y="1843313"/>
              <a:ext cx="4470402" cy="4326391"/>
            </a:xfrm>
            <a:prstGeom prst="roundRect">
              <a:avLst>
                <a:gd name="adj" fmla="val 1667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da-DK" sz="1600" err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5DD6C-21C5-1458-74D5-9EC1D19A5034}"/>
                </a:ext>
              </a:extLst>
            </p:cNvPr>
            <p:cNvSpPr txBox="1"/>
            <p:nvPr/>
          </p:nvSpPr>
          <p:spPr>
            <a:xfrm>
              <a:off x="7528147" y="2093006"/>
              <a:ext cx="3231654" cy="830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ggplot</a:t>
              </a: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(data, </a:t>
              </a:r>
              <a:r>
                <a:rPr lang="en-US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aes</a:t>
              </a: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(…)) +</a:t>
              </a:r>
              <a:b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geom_point</a:t>
              </a: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 +</a:t>
              </a:r>
              <a:b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b="1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scale_color_brewer</a:t>
              </a:r>
              <a:r>
                <a:rPr lang="en-US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</a:t>
              </a:r>
              <a:endParaRPr lang="da-DK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CAFBEE-A3CB-200B-B281-824311B267B2}"/>
                </a:ext>
              </a:extLst>
            </p:cNvPr>
            <p:cNvSpPr txBox="1"/>
            <p:nvPr/>
          </p:nvSpPr>
          <p:spPr>
            <a:xfrm>
              <a:off x="7528147" y="3691228"/>
              <a:ext cx="447040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20B7AC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# point/line/border colors:</a:t>
              </a:r>
            </a:p>
            <a:p>
              <a:r>
                <a:rPr lang="da-DK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scale_color_brewer</a:t>
              </a:r>
              <a:r>
                <a:rPr lang="da-DK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</a:t>
              </a:r>
            </a:p>
            <a:p>
              <a:endPara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dirty="0">
                  <a:solidFill>
                    <a:srgbClr val="20B7AC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# inside colors of filled </a:t>
              </a:r>
              <a:r>
                <a:rPr lang="en-US" dirty="0" err="1">
                  <a:solidFill>
                    <a:srgbClr val="20B7AC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geoms</a:t>
              </a:r>
              <a:r>
                <a:rPr lang="en-US" dirty="0">
                  <a:solidFill>
                    <a:srgbClr val="20B7AC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:</a:t>
              </a:r>
            </a:p>
            <a:p>
              <a:r>
                <a:rPr lang="da-DK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scale_fill_brewer</a:t>
              </a:r>
              <a:r>
                <a:rPr lang="da-DK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()</a:t>
              </a:r>
            </a:p>
            <a:p>
              <a:endParaRPr lang="da-DK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79ED75-8770-8AC1-5B47-93790EA2898E}"/>
              </a:ext>
            </a:extLst>
          </p:cNvPr>
          <p:cNvCxnSpPr/>
          <p:nvPr/>
        </p:nvCxnSpPr>
        <p:spPr>
          <a:xfrm>
            <a:off x="7528147" y="3309257"/>
            <a:ext cx="3996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443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3C6C-6CFC-16B5-7567-DF2AEE932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EE23A-3C7D-F60B-D175-12EC2BF49FC8}"/>
              </a:ext>
            </a:extLst>
          </p:cNvPr>
          <p:cNvSpPr txBox="1">
            <a:spLocks/>
          </p:cNvSpPr>
          <p:nvPr/>
        </p:nvSpPr>
        <p:spPr>
          <a:xfrm>
            <a:off x="411163" y="1989138"/>
            <a:ext cx="5385368" cy="3864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52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4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Commonly shared rules or expectations that help people interpret something </a:t>
            </a:r>
            <a:r>
              <a:rPr lang="en-US" sz="2400" b="1"/>
              <a:t>quickly</a:t>
            </a:r>
          </a:p>
          <a:p>
            <a:endParaRPr lang="en-US" sz="2400"/>
          </a:p>
          <a:p>
            <a:r>
              <a:rPr lang="en-US" sz="2400"/>
              <a:t>An </a:t>
            </a:r>
            <a:r>
              <a:rPr lang="en-US" sz="2400" b="1"/>
              <a:t>expected</a:t>
            </a:r>
            <a:r>
              <a:rPr lang="en-US" sz="2400"/>
              <a:t> meaning like </a:t>
            </a:r>
            <a:br>
              <a:rPr lang="en-US" sz="2400"/>
            </a:br>
            <a:r>
              <a:rPr lang="en-US" sz="2400"/>
              <a:t>red = warm or blue = cold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50608AE1-A427-7B5E-3B58-7E79C7020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29" y="1863438"/>
            <a:ext cx="6668430" cy="41153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19C7A5-D044-31A1-9621-F29E86B5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a-DK" err="1"/>
              <a:t>Color</a:t>
            </a:r>
            <a:r>
              <a:rPr lang="da-DK"/>
              <a:t> </a:t>
            </a:r>
            <a:r>
              <a:rPr lang="da-DK" err="1"/>
              <a:t>Conventions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9322A-B092-8E88-84D3-56C60401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40</a:t>
            </a:fld>
            <a:endParaRPr lang="da-DK"/>
          </a:p>
        </p:txBody>
      </p:sp>
      <p:pic>
        <p:nvPicPr>
          <p:cNvPr id="11" name="Graphic 10" descr="Sun with solid fill">
            <a:extLst>
              <a:ext uri="{FF2B5EF4-FFF2-40B4-BE49-F238E27FC236}">
                <a16:creationId xmlns:a16="http://schemas.microsoft.com/office/drawing/2014/main" id="{C93C4806-43E4-4720-BE65-A223A0FBB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9315" y="785813"/>
            <a:ext cx="914400" cy="914400"/>
          </a:xfrm>
          <a:prstGeom prst="rect">
            <a:avLst/>
          </a:prstGeom>
        </p:spPr>
      </p:pic>
      <p:pic>
        <p:nvPicPr>
          <p:cNvPr id="16" name="Graphic 15" descr="Snow with solid fill">
            <a:extLst>
              <a:ext uri="{FF2B5EF4-FFF2-40B4-BE49-F238E27FC236}">
                <a16:creationId xmlns:a16="http://schemas.microsoft.com/office/drawing/2014/main" id="{03ECBC3F-0E87-CA3C-7A02-A604D87F1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8971" y="7858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2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B2F7-BC61-8482-BB42-A30E4850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680F5B-F0B2-6A18-0AA0-E5EAB7FB6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29" y="1863438"/>
            <a:ext cx="6668431" cy="41153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47F31-0AC9-143E-E5C1-273FA65D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da-DK" err="1"/>
              <a:t>Color</a:t>
            </a:r>
            <a:r>
              <a:rPr lang="da-DK"/>
              <a:t> </a:t>
            </a:r>
            <a:r>
              <a:rPr lang="da-DK" err="1"/>
              <a:t>Conventions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D95D6-3420-00DE-3201-7B90108F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41</a:t>
            </a:fld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320B4-4995-21AF-7B51-1159F637C2B6}"/>
              </a:ext>
            </a:extLst>
          </p:cNvPr>
          <p:cNvSpPr txBox="1">
            <a:spLocks/>
          </p:cNvSpPr>
          <p:nvPr/>
        </p:nvSpPr>
        <p:spPr>
          <a:xfrm>
            <a:off x="411163" y="1989138"/>
            <a:ext cx="5385368" cy="3864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52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4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​"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Commonly shared rules or expectations that help people interpret something </a:t>
            </a:r>
            <a:r>
              <a:rPr lang="en-US" sz="2400" b="1"/>
              <a:t>quickly</a:t>
            </a:r>
          </a:p>
          <a:p>
            <a:endParaRPr lang="en-US" sz="2400"/>
          </a:p>
          <a:p>
            <a:r>
              <a:rPr lang="en-US" sz="2400"/>
              <a:t>An </a:t>
            </a:r>
            <a:r>
              <a:rPr lang="en-US" sz="2400" b="1"/>
              <a:t>expected</a:t>
            </a:r>
            <a:r>
              <a:rPr lang="en-US" sz="2400"/>
              <a:t> meaning like </a:t>
            </a:r>
            <a:br>
              <a:rPr lang="en-US" sz="2400"/>
            </a:br>
            <a:r>
              <a:rPr lang="en-US" sz="2400"/>
              <a:t>red = warm or blue = cold</a:t>
            </a:r>
          </a:p>
        </p:txBody>
      </p:sp>
      <p:pic>
        <p:nvPicPr>
          <p:cNvPr id="11" name="Graphic 10" descr="Sun with solid fill">
            <a:extLst>
              <a:ext uri="{FF2B5EF4-FFF2-40B4-BE49-F238E27FC236}">
                <a16:creationId xmlns:a16="http://schemas.microsoft.com/office/drawing/2014/main" id="{74CE6809-301B-C81C-8C57-C74CB2490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9315" y="785813"/>
            <a:ext cx="914400" cy="914400"/>
          </a:xfrm>
          <a:prstGeom prst="rect">
            <a:avLst/>
          </a:prstGeom>
        </p:spPr>
      </p:pic>
      <p:pic>
        <p:nvPicPr>
          <p:cNvPr id="16" name="Graphic 15" descr="Snow with solid fill">
            <a:extLst>
              <a:ext uri="{FF2B5EF4-FFF2-40B4-BE49-F238E27FC236}">
                <a16:creationId xmlns:a16="http://schemas.microsoft.com/office/drawing/2014/main" id="{F6699FA4-2AE9-48CF-DD96-00B1CAFDCA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8971" y="7858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36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all covered with sticky notes.">
            <a:extLst>
              <a:ext uri="{FF2B5EF4-FFF2-40B4-BE49-F238E27FC236}">
                <a16:creationId xmlns:a16="http://schemas.microsoft.com/office/drawing/2014/main" id="{87A2FE18-47D7-B89B-3E06-CFB04AA22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1307"/>
            <a:ext cx="12192000" cy="7549307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427AF87-D1DC-0FF1-49F4-67A8EC715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C6E4EEC-B380-8752-D2B7-696BB63B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11247120" cy="3474720"/>
          </a:xfrm>
        </p:spPr>
        <p:txBody>
          <a:bodyPr/>
          <a:lstStyle/>
          <a:p>
            <a:r>
              <a:rPr lang="da-DK" sz="21700" dirty="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2580283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13CA-DBCE-14D5-A5CB-9FA46AD3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280160"/>
          </a:xfrm>
        </p:spPr>
        <p:txBody>
          <a:bodyPr>
            <a:normAutofit/>
          </a:bodyPr>
          <a:lstStyle/>
          <a:p>
            <a:r>
              <a:rPr lang="da-DK" dirty="0"/>
              <a:t>How to Design the Right Chart?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AD29E7-344C-AF72-ACDA-BFDD58EC2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152589"/>
              </p:ext>
            </p:extLst>
          </p:nvPr>
        </p:nvGraphicFramePr>
        <p:xfrm>
          <a:off x="667512" y="2377440"/>
          <a:ext cx="10856671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51027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BBDCB-6E17-75CD-DEBF-AE289E7F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993876B-30F1-20C6-B7CC-7EB6FF33F8F3}"/>
              </a:ext>
            </a:extLst>
          </p:cNvPr>
          <p:cNvGraphicFramePr/>
          <p:nvPr/>
        </p:nvGraphicFramePr>
        <p:xfrm>
          <a:off x="2438400" y="1082040"/>
          <a:ext cx="731520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CDE85B-C37A-DC06-3D77-6AB8795464C7}"/>
              </a:ext>
            </a:extLst>
          </p:cNvPr>
          <p:cNvSpPr txBox="1"/>
          <p:nvPr/>
        </p:nvSpPr>
        <p:spPr>
          <a:xfrm>
            <a:off x="333279" y="261137"/>
            <a:ext cx="5301679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users over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months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65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BD4F-55D2-66C8-407D-D6DD2371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2EE99A-0BDD-ACE1-190A-38365101CB05}"/>
              </a:ext>
            </a:extLst>
          </p:cNvPr>
          <p:cNvGraphicFramePr/>
          <p:nvPr/>
        </p:nvGraphicFramePr>
        <p:xfrm>
          <a:off x="2438400" y="1082040"/>
          <a:ext cx="731520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48B32E-8BA8-99BE-30C6-C0F5F8D5B167}"/>
              </a:ext>
            </a:extLst>
          </p:cNvPr>
          <p:cNvSpPr txBox="1"/>
          <p:nvPr/>
        </p:nvSpPr>
        <p:spPr>
          <a:xfrm>
            <a:off x="333279" y="261137"/>
            <a:ext cx="5301679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users over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months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548D4-B1A5-6E84-CA98-AB4909AFD5C5}"/>
              </a:ext>
            </a:extLst>
          </p:cNvPr>
          <p:cNvSpPr txBox="1"/>
          <p:nvPr/>
        </p:nvSpPr>
        <p:spPr>
          <a:xfrm>
            <a:off x="6259928" y="261137"/>
            <a:ext cx="5598797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Gamma users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grew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809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1E40-33C9-B45C-5574-B6DB6ACF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C44493E-5794-3A2D-37AC-6BE824EB5D2B}"/>
              </a:ext>
            </a:extLst>
          </p:cNvPr>
          <p:cNvGraphicFramePr/>
          <p:nvPr/>
        </p:nvGraphicFramePr>
        <p:xfrm>
          <a:off x="2438400" y="1082040"/>
          <a:ext cx="731520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0AC080B-0C88-FA02-C1AC-7E91697CFC8A}"/>
              </a:ext>
            </a:extLst>
          </p:cNvPr>
          <p:cNvSpPr txBox="1"/>
          <p:nvPr/>
        </p:nvSpPr>
        <p:spPr>
          <a:xfrm>
            <a:off x="6259928" y="261137"/>
            <a:ext cx="5598797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Gamma users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grew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3013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57D15-BDE0-C26C-D788-D292F72B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0">
            <a:extLst>
              <a:ext uri="{FF2B5EF4-FFF2-40B4-BE49-F238E27FC236}">
                <a16:creationId xmlns:a16="http://schemas.microsoft.com/office/drawing/2014/main" id="{A1292788-1C9B-4D01-1B35-D2AFF295580B}"/>
              </a:ext>
            </a:extLst>
          </p:cNvPr>
          <p:cNvGraphicFramePr/>
          <p:nvPr/>
        </p:nvGraphicFramePr>
        <p:xfrm>
          <a:off x="2426208" y="1082040"/>
          <a:ext cx="731520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Label Alpha">
            <a:extLst>
              <a:ext uri="{FF2B5EF4-FFF2-40B4-BE49-F238E27FC236}">
                <a16:creationId xmlns:a16="http://schemas.microsoft.com/office/drawing/2014/main" id="{B1450BCE-8ADE-289C-D2D3-3C35BFA8C81D}"/>
              </a:ext>
            </a:extLst>
          </p:cNvPr>
          <p:cNvSpPr txBox="1"/>
          <p:nvPr/>
        </p:nvSpPr>
        <p:spPr>
          <a:xfrm>
            <a:off x="8595360" y="2805793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Alpha</a:t>
            </a:r>
            <a:endParaRPr lang="en-US" sz="1600"/>
          </a:p>
        </p:txBody>
      </p:sp>
      <p:sp>
        <p:nvSpPr>
          <p:cNvPr id="25" name="Label Beta">
            <a:extLst>
              <a:ext uri="{FF2B5EF4-FFF2-40B4-BE49-F238E27FC236}">
                <a16:creationId xmlns:a16="http://schemas.microsoft.com/office/drawing/2014/main" id="{B20706D2-0088-B6EF-CF84-D8F9DBF5D2FF}"/>
              </a:ext>
            </a:extLst>
          </p:cNvPr>
          <p:cNvSpPr txBox="1"/>
          <p:nvPr/>
        </p:nvSpPr>
        <p:spPr>
          <a:xfrm>
            <a:off x="8595360" y="3316492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Beta</a:t>
            </a:r>
            <a:endParaRPr lang="en-US" sz="1600"/>
          </a:p>
        </p:txBody>
      </p:sp>
      <p:sp>
        <p:nvSpPr>
          <p:cNvPr id="27" name="Label Delta">
            <a:extLst>
              <a:ext uri="{FF2B5EF4-FFF2-40B4-BE49-F238E27FC236}">
                <a16:creationId xmlns:a16="http://schemas.microsoft.com/office/drawing/2014/main" id="{5D04BD06-EFF8-CB22-FF44-0239C4E2A176}"/>
              </a:ext>
            </a:extLst>
          </p:cNvPr>
          <p:cNvSpPr txBox="1"/>
          <p:nvPr/>
        </p:nvSpPr>
        <p:spPr>
          <a:xfrm>
            <a:off x="8595360" y="3797149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Delta</a:t>
            </a:r>
            <a:endParaRPr lang="en-US" sz="1600"/>
          </a:p>
        </p:txBody>
      </p:sp>
      <p:sp>
        <p:nvSpPr>
          <p:cNvPr id="29" name="Label Epsilon">
            <a:extLst>
              <a:ext uri="{FF2B5EF4-FFF2-40B4-BE49-F238E27FC236}">
                <a16:creationId xmlns:a16="http://schemas.microsoft.com/office/drawing/2014/main" id="{AA2750AA-6C84-B3B9-9F05-4FE32EB82E3B}"/>
              </a:ext>
            </a:extLst>
          </p:cNvPr>
          <p:cNvSpPr txBox="1"/>
          <p:nvPr/>
        </p:nvSpPr>
        <p:spPr>
          <a:xfrm>
            <a:off x="8595360" y="4097560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Epsilon</a:t>
            </a:r>
            <a:endParaRPr lang="en-US" sz="1600"/>
          </a:p>
        </p:txBody>
      </p:sp>
      <p:sp>
        <p:nvSpPr>
          <p:cNvPr id="31" name="Label Zeta">
            <a:extLst>
              <a:ext uri="{FF2B5EF4-FFF2-40B4-BE49-F238E27FC236}">
                <a16:creationId xmlns:a16="http://schemas.microsoft.com/office/drawing/2014/main" id="{3B57285F-4F8C-AE7C-0108-C871087D04E6}"/>
              </a:ext>
            </a:extLst>
          </p:cNvPr>
          <p:cNvSpPr txBox="1"/>
          <p:nvPr/>
        </p:nvSpPr>
        <p:spPr>
          <a:xfrm>
            <a:off x="8595360" y="4307848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Zeta</a:t>
            </a:r>
            <a:endParaRPr lang="en-US" sz="1600"/>
          </a:p>
        </p:txBody>
      </p:sp>
      <p:sp>
        <p:nvSpPr>
          <p:cNvPr id="33" name="Label Gamma">
            <a:extLst>
              <a:ext uri="{FF2B5EF4-FFF2-40B4-BE49-F238E27FC236}">
                <a16:creationId xmlns:a16="http://schemas.microsoft.com/office/drawing/2014/main" id="{D74C9D72-D8B2-E31C-0D7D-58F8D87D1390}"/>
              </a:ext>
            </a:extLst>
          </p:cNvPr>
          <p:cNvSpPr txBox="1"/>
          <p:nvPr/>
        </p:nvSpPr>
        <p:spPr>
          <a:xfrm>
            <a:off x="8595360" y="1934603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E4572E"/>
                </a:solidFill>
              </a:rPr>
              <a:t>Gamma</a:t>
            </a:r>
            <a:endParaRPr lang="en-US" sz="1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96B598-CC69-A13E-0837-00C12164A903}"/>
              </a:ext>
            </a:extLst>
          </p:cNvPr>
          <p:cNvSpPr txBox="1"/>
          <p:nvPr/>
        </p:nvSpPr>
        <p:spPr>
          <a:xfrm>
            <a:off x="6259928" y="261137"/>
            <a:ext cx="5598797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Gamma users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grew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07110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AF8D-9F96-C458-275A-80218534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Chart 0">
            <a:extLst>
              <a:ext uri="{FF2B5EF4-FFF2-40B4-BE49-F238E27FC236}">
                <a16:creationId xmlns:a16="http://schemas.microsoft.com/office/drawing/2014/main" id="{724C9DFE-C9ED-479E-8EE7-9C5EBBDC752E}"/>
              </a:ext>
            </a:extLst>
          </p:cNvPr>
          <p:cNvGraphicFramePr/>
          <p:nvPr/>
        </p:nvGraphicFramePr>
        <p:xfrm>
          <a:off x="2426208" y="1082040"/>
          <a:ext cx="7315200" cy="4693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Label Alpha">
            <a:extLst>
              <a:ext uri="{FF2B5EF4-FFF2-40B4-BE49-F238E27FC236}">
                <a16:creationId xmlns:a16="http://schemas.microsoft.com/office/drawing/2014/main" id="{17683AB6-35F8-0BC3-3FF7-BE5685506CA9}"/>
              </a:ext>
            </a:extLst>
          </p:cNvPr>
          <p:cNvSpPr txBox="1"/>
          <p:nvPr/>
        </p:nvSpPr>
        <p:spPr>
          <a:xfrm>
            <a:off x="8595360" y="2805793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Alpha</a:t>
            </a:r>
            <a:endParaRPr lang="en-US" sz="1600"/>
          </a:p>
        </p:txBody>
      </p:sp>
      <p:sp>
        <p:nvSpPr>
          <p:cNvPr id="42" name="Label Beta">
            <a:extLst>
              <a:ext uri="{FF2B5EF4-FFF2-40B4-BE49-F238E27FC236}">
                <a16:creationId xmlns:a16="http://schemas.microsoft.com/office/drawing/2014/main" id="{55A03F10-73DF-736A-3816-50D235951D16}"/>
              </a:ext>
            </a:extLst>
          </p:cNvPr>
          <p:cNvSpPr txBox="1"/>
          <p:nvPr/>
        </p:nvSpPr>
        <p:spPr>
          <a:xfrm>
            <a:off x="8595360" y="3316492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Beta</a:t>
            </a:r>
            <a:endParaRPr lang="en-US" sz="1600"/>
          </a:p>
        </p:txBody>
      </p:sp>
      <p:sp>
        <p:nvSpPr>
          <p:cNvPr id="44" name="Label Delta">
            <a:extLst>
              <a:ext uri="{FF2B5EF4-FFF2-40B4-BE49-F238E27FC236}">
                <a16:creationId xmlns:a16="http://schemas.microsoft.com/office/drawing/2014/main" id="{19F28A3A-5EDA-C5F3-3E27-550424448BB9}"/>
              </a:ext>
            </a:extLst>
          </p:cNvPr>
          <p:cNvSpPr txBox="1"/>
          <p:nvPr/>
        </p:nvSpPr>
        <p:spPr>
          <a:xfrm>
            <a:off x="8595360" y="3797149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Delta</a:t>
            </a:r>
            <a:endParaRPr lang="en-US" sz="1600"/>
          </a:p>
        </p:txBody>
      </p:sp>
      <p:sp>
        <p:nvSpPr>
          <p:cNvPr id="46" name="Label Epsilon">
            <a:extLst>
              <a:ext uri="{FF2B5EF4-FFF2-40B4-BE49-F238E27FC236}">
                <a16:creationId xmlns:a16="http://schemas.microsoft.com/office/drawing/2014/main" id="{09E6D299-2E2C-D2F5-4A8E-6E399060F59E}"/>
              </a:ext>
            </a:extLst>
          </p:cNvPr>
          <p:cNvSpPr txBox="1"/>
          <p:nvPr/>
        </p:nvSpPr>
        <p:spPr>
          <a:xfrm>
            <a:off x="8595360" y="4097560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Epsilon</a:t>
            </a:r>
            <a:endParaRPr lang="en-US" sz="1600"/>
          </a:p>
        </p:txBody>
      </p:sp>
      <p:sp>
        <p:nvSpPr>
          <p:cNvPr id="48" name="Label Zeta">
            <a:extLst>
              <a:ext uri="{FF2B5EF4-FFF2-40B4-BE49-F238E27FC236}">
                <a16:creationId xmlns:a16="http://schemas.microsoft.com/office/drawing/2014/main" id="{D6B3127A-B5FC-C751-6DF3-76B810122933}"/>
              </a:ext>
            </a:extLst>
          </p:cNvPr>
          <p:cNvSpPr txBox="1"/>
          <p:nvPr/>
        </p:nvSpPr>
        <p:spPr>
          <a:xfrm>
            <a:off x="8595360" y="4307848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2606D"/>
                </a:solidFill>
              </a:rPr>
              <a:t>Zeta</a:t>
            </a:r>
            <a:endParaRPr lang="en-US" sz="1600"/>
          </a:p>
        </p:txBody>
      </p:sp>
      <p:sp>
        <p:nvSpPr>
          <p:cNvPr id="50" name="Label Gamma">
            <a:extLst>
              <a:ext uri="{FF2B5EF4-FFF2-40B4-BE49-F238E27FC236}">
                <a16:creationId xmlns:a16="http://schemas.microsoft.com/office/drawing/2014/main" id="{5370D407-57D1-60C5-AF01-16C2C876991A}"/>
              </a:ext>
            </a:extLst>
          </p:cNvPr>
          <p:cNvSpPr txBox="1"/>
          <p:nvPr/>
        </p:nvSpPr>
        <p:spPr>
          <a:xfrm>
            <a:off x="8595360" y="1934603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E4572E"/>
                </a:solidFill>
              </a:rPr>
              <a:t>Gamma</a:t>
            </a:r>
            <a:endParaRPr lang="en-US" sz="16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B4DC06-63EC-42BD-698D-911537659FC7}"/>
              </a:ext>
            </a:extLst>
          </p:cNvPr>
          <p:cNvSpPr txBox="1"/>
          <p:nvPr/>
        </p:nvSpPr>
        <p:spPr>
          <a:xfrm rot="16200000">
            <a:off x="-291993" y="3368087"/>
            <a:ext cx="60960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100" b="0" i="0" u="none" strike="noStrike" kern="1200" baseline="0">
                <a:solidFill>
                  <a:srgbClr val="1F2933"/>
                </a:solidFill>
                <a:latin typeface="Arial"/>
                <a:ea typeface="+mn-ea"/>
                <a:cs typeface="+mn-cs"/>
              </a:defRPr>
            </a:pPr>
            <a:r>
              <a:rPr lang="da-DK" sz="1467">
                <a:solidFill>
                  <a:srgbClr val="1F2933"/>
                </a:solidFill>
                <a:latin typeface="Arial"/>
              </a:rPr>
              <a:t>Users (</a:t>
            </a:r>
            <a:r>
              <a:rPr lang="da-DK" sz="1467" err="1">
                <a:solidFill>
                  <a:srgbClr val="1F2933"/>
                </a:solidFill>
                <a:latin typeface="Arial"/>
              </a:rPr>
              <a:t>thousands</a:t>
            </a:r>
            <a:r>
              <a:rPr lang="da-DK" sz="1467">
                <a:solidFill>
                  <a:srgbClr val="1F2933"/>
                </a:solidFill>
                <a:latin typeface="Arial"/>
              </a:rPr>
              <a:t>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0EDE64-B6A2-DC2A-30EE-A77175C7BB16}"/>
              </a:ext>
            </a:extLst>
          </p:cNvPr>
          <p:cNvSpPr txBox="1"/>
          <p:nvPr/>
        </p:nvSpPr>
        <p:spPr>
          <a:xfrm>
            <a:off x="6259928" y="261137"/>
            <a:ext cx="5598797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Gamma users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grew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6886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B0C-5E86-D43B-A860-9B4E2823A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472C60-46CD-4089-85B9-C9F42FE08B00}"/>
              </a:ext>
            </a:extLst>
          </p:cNvPr>
          <p:cNvGrpSpPr/>
          <p:nvPr/>
        </p:nvGrpSpPr>
        <p:grpSpPr>
          <a:xfrm>
            <a:off x="6259929" y="1258218"/>
            <a:ext cx="5218559" cy="4341563"/>
            <a:chOff x="1819656" y="359352"/>
            <a:chExt cx="5495544" cy="4572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5FE772-8E28-A180-359C-A7A62AB77291}"/>
                </a:ext>
              </a:extLst>
            </p:cNvPr>
            <p:cNvGrpSpPr/>
            <p:nvPr/>
          </p:nvGrpSpPr>
          <p:grpSpPr>
            <a:xfrm>
              <a:off x="1819656" y="811530"/>
              <a:ext cx="5495544" cy="3520440"/>
              <a:chOff x="1819656" y="811530"/>
              <a:chExt cx="5495544" cy="3520440"/>
            </a:xfrm>
          </p:grpSpPr>
          <p:graphicFrame>
            <p:nvGraphicFramePr>
              <p:cNvPr id="38" name="Chart 0">
                <a:extLst>
                  <a:ext uri="{FF2B5EF4-FFF2-40B4-BE49-F238E27FC236}">
                    <a16:creationId xmlns:a16="http://schemas.microsoft.com/office/drawing/2014/main" id="{796AA1EC-3BF1-6242-4F4D-5D0D4BA9BE29}"/>
                  </a:ext>
                </a:extLst>
              </p:cNvPr>
              <p:cNvGraphicFramePr/>
              <p:nvPr/>
            </p:nvGraphicFramePr>
            <p:xfrm>
              <a:off x="1819656" y="811530"/>
              <a:ext cx="5486400" cy="35204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40" name="Label Alpha">
                <a:extLst>
                  <a:ext uri="{FF2B5EF4-FFF2-40B4-BE49-F238E27FC236}">
                    <a16:creationId xmlns:a16="http://schemas.microsoft.com/office/drawing/2014/main" id="{A5E78699-713D-BBB0-0D8C-5AB40A46C11F}"/>
                  </a:ext>
                </a:extLst>
              </p:cNvPr>
              <p:cNvSpPr txBox="1"/>
              <p:nvPr/>
            </p:nvSpPr>
            <p:spPr>
              <a:xfrm>
                <a:off x="6446520" y="2104345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>
                    <a:solidFill>
                      <a:srgbClr val="52606D"/>
                    </a:solidFill>
                  </a:rPr>
                  <a:t>Alpha</a:t>
                </a:r>
                <a:endParaRPr lang="en-US" sz="1600"/>
              </a:p>
            </p:txBody>
          </p:sp>
          <p:sp>
            <p:nvSpPr>
              <p:cNvPr id="42" name="Label Beta">
                <a:extLst>
                  <a:ext uri="{FF2B5EF4-FFF2-40B4-BE49-F238E27FC236}">
                    <a16:creationId xmlns:a16="http://schemas.microsoft.com/office/drawing/2014/main" id="{7037550A-86B2-ABFC-DF92-2B248F31D859}"/>
                  </a:ext>
                </a:extLst>
              </p:cNvPr>
              <p:cNvSpPr txBox="1"/>
              <p:nvPr/>
            </p:nvSpPr>
            <p:spPr>
              <a:xfrm>
                <a:off x="6446520" y="2487369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>
                    <a:solidFill>
                      <a:srgbClr val="52606D"/>
                    </a:solidFill>
                  </a:rPr>
                  <a:t>Beta</a:t>
                </a:r>
                <a:endParaRPr lang="en-US" sz="1600"/>
              </a:p>
            </p:txBody>
          </p:sp>
          <p:sp>
            <p:nvSpPr>
              <p:cNvPr id="44" name="Label Delta">
                <a:extLst>
                  <a:ext uri="{FF2B5EF4-FFF2-40B4-BE49-F238E27FC236}">
                    <a16:creationId xmlns:a16="http://schemas.microsoft.com/office/drawing/2014/main" id="{F658A4C5-3885-2324-4AED-32F43952C664}"/>
                  </a:ext>
                </a:extLst>
              </p:cNvPr>
              <p:cNvSpPr txBox="1"/>
              <p:nvPr/>
            </p:nvSpPr>
            <p:spPr>
              <a:xfrm>
                <a:off x="6446520" y="2847862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>
                    <a:solidFill>
                      <a:srgbClr val="52606D"/>
                    </a:solidFill>
                  </a:rPr>
                  <a:t>Delta</a:t>
                </a:r>
                <a:endParaRPr lang="en-US" sz="1600"/>
              </a:p>
            </p:txBody>
          </p:sp>
          <p:sp>
            <p:nvSpPr>
              <p:cNvPr id="46" name="Label Epsilon">
                <a:extLst>
                  <a:ext uri="{FF2B5EF4-FFF2-40B4-BE49-F238E27FC236}">
                    <a16:creationId xmlns:a16="http://schemas.microsoft.com/office/drawing/2014/main" id="{0DD97306-1D84-2F6C-CD0E-1CF04E1B6B3F}"/>
                  </a:ext>
                </a:extLst>
              </p:cNvPr>
              <p:cNvSpPr txBox="1"/>
              <p:nvPr/>
            </p:nvSpPr>
            <p:spPr>
              <a:xfrm>
                <a:off x="6446520" y="3073170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>
                    <a:solidFill>
                      <a:srgbClr val="52606D"/>
                    </a:solidFill>
                  </a:rPr>
                  <a:t>Epsilon</a:t>
                </a:r>
                <a:endParaRPr lang="en-US" sz="1600"/>
              </a:p>
            </p:txBody>
          </p:sp>
          <p:sp>
            <p:nvSpPr>
              <p:cNvPr id="48" name="Label Zeta">
                <a:extLst>
                  <a:ext uri="{FF2B5EF4-FFF2-40B4-BE49-F238E27FC236}">
                    <a16:creationId xmlns:a16="http://schemas.microsoft.com/office/drawing/2014/main" id="{77D11110-CDA2-D69B-BED5-62065D620AF0}"/>
                  </a:ext>
                </a:extLst>
              </p:cNvPr>
              <p:cNvSpPr txBox="1"/>
              <p:nvPr/>
            </p:nvSpPr>
            <p:spPr>
              <a:xfrm>
                <a:off x="6446520" y="3230886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>
                    <a:solidFill>
                      <a:srgbClr val="52606D"/>
                    </a:solidFill>
                  </a:rPr>
                  <a:t>Zeta</a:t>
                </a:r>
                <a:endParaRPr lang="en-US" sz="1600"/>
              </a:p>
            </p:txBody>
          </p:sp>
          <p:sp>
            <p:nvSpPr>
              <p:cNvPr id="50" name="Label Gamma">
                <a:extLst>
                  <a:ext uri="{FF2B5EF4-FFF2-40B4-BE49-F238E27FC236}">
                    <a16:creationId xmlns:a16="http://schemas.microsoft.com/office/drawing/2014/main" id="{7BC09EF7-5FEB-9C4B-B6AB-93C81D5563A3}"/>
                  </a:ext>
                </a:extLst>
              </p:cNvPr>
              <p:cNvSpPr txBox="1"/>
              <p:nvPr/>
            </p:nvSpPr>
            <p:spPr>
              <a:xfrm>
                <a:off x="6446520" y="1450952"/>
                <a:ext cx="8686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>
                    <a:solidFill>
                      <a:srgbClr val="E4572E"/>
                    </a:solidFill>
                  </a:rPr>
                  <a:t>Gamma</a:t>
                </a:r>
                <a:endParaRPr lang="en-US" sz="1600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94DE689-9182-0750-38F5-72C9E7DAAB67}"/>
                </a:ext>
              </a:extLst>
            </p:cNvPr>
            <p:cNvSpPr txBox="1"/>
            <p:nvPr/>
          </p:nvSpPr>
          <p:spPr>
            <a:xfrm rot="16200000">
              <a:off x="-218994" y="2477860"/>
              <a:ext cx="4572000" cy="334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defRPr sz="1100" b="0" i="0" u="none" strike="noStrike" kern="1200" baseline="0">
                  <a:solidFill>
                    <a:srgbClr val="1F2933"/>
                  </a:solidFill>
                  <a:latin typeface="Arial"/>
                  <a:ea typeface="+mn-ea"/>
                  <a:cs typeface="+mn-cs"/>
                </a:defRPr>
              </a:pPr>
              <a:r>
                <a:rPr lang="da-DK" sz="1467">
                  <a:solidFill>
                    <a:srgbClr val="1F2933"/>
                  </a:solidFill>
                  <a:latin typeface="Arial"/>
                </a:rPr>
                <a:t>Users (</a:t>
              </a:r>
              <a:r>
                <a:rPr lang="da-DK" sz="1467" err="1">
                  <a:solidFill>
                    <a:srgbClr val="1F2933"/>
                  </a:solidFill>
                  <a:latin typeface="Arial"/>
                </a:rPr>
                <a:t>thousands</a:t>
              </a:r>
              <a:r>
                <a:rPr lang="da-DK" sz="1467">
                  <a:solidFill>
                    <a:srgbClr val="1F2933"/>
                  </a:solidFill>
                  <a:latin typeface="Arial"/>
                </a:rPr>
                <a:t>)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8C3FE29-39E7-4D74-C5FB-AB77C37A9768}"/>
              </a:ext>
            </a:extLst>
          </p:cNvPr>
          <p:cNvSpPr txBox="1"/>
          <p:nvPr/>
        </p:nvSpPr>
        <p:spPr>
          <a:xfrm>
            <a:off x="6259928" y="261137"/>
            <a:ext cx="5598797" cy="91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667" b="1" dirty="0" err="1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of Gamma users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grew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667" dirty="0" err="1">
                <a:latin typeface="Arial" panose="020B0604020202020204" pitchFamily="34" charset="0"/>
                <a:cs typeface="Arial" panose="020B0604020202020204" pitchFamily="34" charset="0"/>
              </a:rPr>
              <a:t>dramatically</a:t>
            </a:r>
            <a:r>
              <a:rPr lang="da-DK" sz="2667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E7856D7-47C6-D5AA-3B46-0AB5977A664D}"/>
              </a:ext>
            </a:extLst>
          </p:cNvPr>
          <p:cNvGraphicFramePr/>
          <p:nvPr/>
        </p:nvGraphicFramePr>
        <p:xfrm>
          <a:off x="437030" y="1560577"/>
          <a:ext cx="5209876" cy="3607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159297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5300-9C31-4EA7-D0AC-DE605145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731520"/>
            <a:ext cx="10856671" cy="1280160"/>
          </a:xfrm>
        </p:spPr>
        <p:txBody>
          <a:bodyPr>
            <a:normAutofit/>
          </a:bodyPr>
          <a:lstStyle/>
          <a:p>
            <a:r>
              <a:rPr lang="da-DK" dirty="0" err="1"/>
              <a:t>Clutter</a:t>
            </a:r>
            <a:r>
              <a:rPr lang="da-DK" dirty="0"/>
              <a:t> &amp; Overplotting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4D861-C861-C5B6-AFB6-9F837F0CB06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7512" y="2377440"/>
            <a:ext cx="5154016" cy="36576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If a </a:t>
            </a:r>
            <a:r>
              <a:rPr lang="da-DK" dirty="0" err="1"/>
              <a:t>chart</a:t>
            </a:r>
            <a:r>
              <a:rPr lang="da-DK" dirty="0"/>
              <a:t> is </a:t>
            </a:r>
            <a:r>
              <a:rPr lang="da-DK" dirty="0" err="1"/>
              <a:t>too</a:t>
            </a:r>
            <a:r>
              <a:rPr lang="da-DK" dirty="0"/>
              <a:t> crowded, it is </a:t>
            </a:r>
            <a:r>
              <a:rPr lang="da-DK" i="1" dirty="0" err="1"/>
              <a:t>visually</a:t>
            </a:r>
            <a:r>
              <a:rPr lang="da-DK" i="1" dirty="0"/>
              <a:t> </a:t>
            </a:r>
            <a:r>
              <a:rPr lang="da-DK" i="1" dirty="0" err="1"/>
              <a:t>cluttered</a:t>
            </a:r>
            <a:r>
              <a:rPr lang="da-DK" i="1" dirty="0"/>
              <a:t> </a:t>
            </a:r>
            <a:r>
              <a:rPr lang="da-DK" dirty="0"/>
              <a:t>and </a:t>
            </a:r>
            <a:r>
              <a:rPr lang="da-DK" dirty="0" err="1"/>
              <a:t>harder</a:t>
            </a:r>
            <a:r>
              <a:rPr lang="da-DK" dirty="0"/>
              <a:t> to </a:t>
            </a:r>
            <a:r>
              <a:rPr lang="da-DK" dirty="0" err="1"/>
              <a:t>read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Common problem: Overplotting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da-DK" dirty="0"/>
              <a:t>How </a:t>
            </a:r>
            <a:r>
              <a:rPr lang="da-DK" dirty="0" err="1"/>
              <a:t>many</a:t>
            </a:r>
            <a:r>
              <a:rPr lang="da-DK" dirty="0"/>
              <a:t> points </a:t>
            </a:r>
            <a:r>
              <a:rPr lang="da-DK" dirty="0" err="1"/>
              <a:t>are</a:t>
            </a:r>
            <a:r>
              <a:rPr lang="da-DK" dirty="0"/>
              <a:t> overlapping in </a:t>
            </a:r>
            <a:r>
              <a:rPr lang="da-DK" dirty="0" err="1"/>
              <a:t>dense</a:t>
            </a:r>
            <a:r>
              <a:rPr lang="da-DK" dirty="0"/>
              <a:t> regions?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16B16-FD62-A55D-DEFA-394CB60F1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979" y="2160270"/>
            <a:ext cx="5253925" cy="3874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5551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8C815-89A2-A9F5-F378-79D37D50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F413-3B3C-A620-D37A-FDBE16CC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Overplotting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F117-407F-8DF7-4A65-2BDB7442F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2377440"/>
            <a:ext cx="10856671" cy="96787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Solve</a:t>
            </a:r>
            <a:r>
              <a:rPr lang="da-DK" dirty="0"/>
              <a:t> it by </a:t>
            </a:r>
            <a:r>
              <a:rPr lang="da-DK" dirty="0" err="1"/>
              <a:t>changing</a:t>
            </a:r>
            <a:r>
              <a:rPr lang="da-DK" dirty="0"/>
              <a:t> </a:t>
            </a:r>
            <a:r>
              <a:rPr lang="da-DK" dirty="0" err="1"/>
              <a:t>glyphs</a:t>
            </a:r>
            <a:r>
              <a:rPr lang="da-DK" dirty="0"/>
              <a:t>, </a:t>
            </a:r>
            <a:r>
              <a:rPr lang="da-DK" dirty="0" err="1"/>
              <a:t>transparency</a:t>
            </a:r>
            <a:r>
              <a:rPr lang="da-DK" dirty="0"/>
              <a:t>, or </a:t>
            </a:r>
            <a:r>
              <a:rPr lang="da-DK" dirty="0" err="1"/>
              <a:t>applying</a:t>
            </a:r>
            <a:r>
              <a:rPr lang="da-DK" dirty="0"/>
              <a:t> </a:t>
            </a:r>
            <a:r>
              <a:rPr lang="da-DK" dirty="0" err="1"/>
              <a:t>jitter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05110D-E968-B385-BC21-82D08AD07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98" y="3512683"/>
            <a:ext cx="3826904" cy="2826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0A96BB-FA62-3870-3CC8-74CE22D53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56" y="3558928"/>
            <a:ext cx="3680191" cy="2717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CBF21B-BF98-DCCE-22B6-394704DE06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546" y="3621024"/>
            <a:ext cx="3680191" cy="27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058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ncodings overview" descr="Marks that differ in position, size, colour, shape, line type, line width and transparen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1"/>
            <a:ext cx="8686800" cy="521207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6920" y="548640"/>
            <a:ext cx="1877263" cy="5760720"/>
          </a:xfrm>
        </p:spPr>
        <p:txBody>
          <a:bodyPr>
            <a:normAutofit/>
          </a:bodyPr>
          <a:lstStyle/>
          <a:p>
            <a:r>
              <a:rPr lang="da-DK" sz="3200" dirty="0"/>
              <a:t>Visual </a:t>
            </a:r>
            <a:r>
              <a:rPr lang="da-DK" sz="3200" dirty="0" err="1"/>
              <a:t>encodings</a:t>
            </a:r>
            <a:r>
              <a:rPr lang="da-DK" sz="3200" dirty="0"/>
              <a:t> in </a:t>
            </a:r>
            <a:r>
              <a:rPr lang="da-DK" sz="3200" dirty="0" err="1"/>
              <a:t>ggplot</a:t>
            </a:r>
            <a:endParaRPr lang="da-DK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8E17-938E-D33F-B702-18BA29FD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Pitfalls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DB66C-2100-1F1A-F774-D5096FEAB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hlinkClick r:id="rId2"/>
              </a:rPr>
              <a:t>https://www.data-to-viz.com/caveats.html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1D53D-0E64-1E08-E89E-6018F42B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15" y="3001400"/>
            <a:ext cx="8773064" cy="312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741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E5D5-17FD-E168-18E0-AE1E8833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Useful</a:t>
            </a:r>
            <a:r>
              <a:rPr lang="da-DK"/>
              <a:t>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3E783-5E32-95DA-958C-CC192F59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52000" indent="-252000">
              <a:buFont typeface="Wingdings" panose="05000000000000000000" pitchFamily="2" charset="2"/>
              <a:buChar char=""/>
            </a:pPr>
            <a:r>
              <a:rPr lang="da-DK" sz="1800" dirty="0"/>
              <a:t>Chart Overviews</a:t>
            </a:r>
          </a:p>
          <a:p>
            <a:pPr lvl="1"/>
            <a:r>
              <a:rPr lang="da-DK" sz="1600" dirty="0">
                <a:hlinkClick r:id="rId2"/>
              </a:rPr>
              <a:t>https://datavizproject.com/ </a:t>
            </a:r>
            <a:endParaRPr lang="da-DK" sz="1600" dirty="0"/>
          </a:p>
          <a:p>
            <a:pPr lvl="1"/>
            <a:r>
              <a:rPr lang="da-DK" sz="1600" dirty="0">
                <a:hlinkClick r:id="rId3"/>
              </a:rPr>
              <a:t>https://www.data-to-viz.com/</a:t>
            </a:r>
            <a:endParaRPr lang="da-DK" sz="1600" dirty="0"/>
          </a:p>
          <a:p>
            <a:pPr lvl="1"/>
            <a:r>
              <a:rPr lang="da-DK" sz="1600" dirty="0">
                <a:hlinkClick r:id="rId4"/>
              </a:rPr>
              <a:t>https://ft-interactive.github.io/visual-vocabulary/</a:t>
            </a:r>
            <a:endParaRPr lang="da-DK" sz="1600" dirty="0"/>
          </a:p>
          <a:p>
            <a:pPr lvl="1"/>
            <a:endParaRPr lang="da-DK" sz="1600" dirty="0"/>
          </a:p>
          <a:p>
            <a:pPr marL="252000" indent="-252000">
              <a:buFont typeface="Wingdings" panose="05000000000000000000" pitchFamily="2" charset="2"/>
              <a:buChar char=""/>
            </a:pPr>
            <a:r>
              <a:rPr lang="da-DK" sz="1800" dirty="0" err="1"/>
              <a:t>Colormaps</a:t>
            </a:r>
            <a:endParaRPr lang="da-DK" sz="1800" dirty="0"/>
          </a:p>
          <a:p>
            <a:pPr lvl="1"/>
            <a:r>
              <a:rPr lang="da-DK" sz="1600" dirty="0">
                <a:hlinkClick r:id="rId5"/>
              </a:rPr>
              <a:t>https://colorbrewer2.org/</a:t>
            </a:r>
            <a:endParaRPr lang="da-DK" sz="1600" dirty="0"/>
          </a:p>
          <a:p>
            <a:pPr lvl="1"/>
            <a:r>
              <a:rPr lang="da-DK" sz="1600" dirty="0">
                <a:hlinkClick r:id="rId6"/>
              </a:rPr>
              <a:t>https://r-graph-gallery.com/color-palette-finder</a:t>
            </a:r>
            <a:endParaRPr lang="da-DK" sz="1600" dirty="0"/>
          </a:p>
          <a:p>
            <a:pPr lvl="1"/>
            <a:r>
              <a:rPr lang="da-DK" sz="1600" dirty="0">
                <a:hlinkClick r:id="rId7"/>
              </a:rPr>
              <a:t>https://matplotlib.org/stable/users/explain/colors/colormaps.html</a:t>
            </a:r>
            <a:endParaRPr lang="da-DK" sz="1600" dirty="0"/>
          </a:p>
          <a:p>
            <a:pPr lvl="1"/>
            <a:endParaRPr lang="da-DK" sz="1600" dirty="0"/>
          </a:p>
          <a:p>
            <a:pPr marL="252000" indent="-252000">
              <a:buFont typeface="Wingdings" panose="05000000000000000000" pitchFamily="2" charset="2"/>
              <a:buChar char=""/>
            </a:pPr>
            <a:r>
              <a:rPr lang="da-DK" sz="1800" dirty="0"/>
              <a:t>Chart Design</a:t>
            </a:r>
          </a:p>
          <a:p>
            <a:pPr lvl="1"/>
            <a:r>
              <a:rPr lang="da-DK" sz="1600" dirty="0">
                <a:hlinkClick r:id="rId8"/>
              </a:rPr>
              <a:t>https://www.data-to-viz.com/caveats.html</a:t>
            </a:r>
            <a:endParaRPr lang="da-DK" sz="1600" dirty="0"/>
          </a:p>
          <a:p>
            <a:pPr lvl="1"/>
            <a:r>
              <a:rPr lang="da-DK" sz="1600" dirty="0">
                <a:hlinkClick r:id="rId9"/>
              </a:rPr>
              <a:t>https://data.europa.eu/apps/data-visualisation-guide/</a:t>
            </a:r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852772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5DFE-40C4-33A6-CFB2-AF91865FA1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Practical Tips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7825-8F95-9636-3C71-B574EBF4A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06AFA-9EE5-87F1-E3B9-9245E8A563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64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fit with geom_smooth()</a:t>
            </a:r>
          </a:p>
        </p:txBody>
      </p:sp>
      <p:sp>
        <p:nvSpPr>
          <p:cNvPr id="11" name="Base code"/>
          <p:cNvSpPr txBox="1"/>
          <p:nvPr/>
        </p:nvSpPr>
        <p:spPr>
          <a:xfrm>
            <a:off x="548640" y="1325880"/>
            <a:ext cx="6400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ctr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p &lt;- ggplot(tablet_dose, aes(x = weight_mg, y = dose_mg)) +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geom_point() +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scale_x_continuous(limits = c(460, 580))</a:t>
            </a:r>
          </a:p>
        </p:txBody>
      </p:sp>
      <p:grpSp>
        <p:nvGrpSpPr>
          <p:cNvPr id="15" name="Column 1"/>
          <p:cNvGrpSpPr/>
          <p:nvPr/>
        </p:nvGrpSpPr>
        <p:grpSpPr>
          <a:xfrm>
            <a:off x="548640" y="2331720"/>
            <a:ext cx="3429000" cy="3986784"/>
            <a:chOff x="548640" y="2331720"/>
            <a:chExt cx="3429000" cy="3986784"/>
          </a:xfrm>
        </p:grpSpPr>
        <p:pic>
          <p:nvPicPr>
            <p:cNvPr id="12" name="Plot Default" descr="Scatter plot of dose vs tablet weight with a linear fit line and grey confidence ba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2331720"/>
              <a:ext cx="3429000" cy="2569464"/>
            </a:xfrm>
            <a:prstGeom prst="rect">
              <a:avLst/>
            </a:prstGeom>
          </p:spPr>
        </p:pic>
        <p:sp>
          <p:nvSpPr>
            <p:cNvPr id="13" name="Label Default"/>
            <p:cNvSpPr txBox="1"/>
            <p:nvPr/>
          </p:nvSpPr>
          <p:spPr>
            <a:xfrm>
              <a:off x="548640" y="4974336"/>
              <a:ext cx="3429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Default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line + 95% confidence band</a:t>
              </a:r>
            </a:p>
          </p:txBody>
        </p:sp>
        <p:sp>
          <p:nvSpPr>
            <p:cNvPr id="14" name="Code Default"/>
            <p:cNvSpPr txBox="1"/>
            <p:nvPr/>
          </p:nvSpPr>
          <p:spPr>
            <a:xfrm>
              <a:off x="548640" y="5358384"/>
              <a:ext cx="34290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geom_smooth(method = "lm")</a:t>
              </a:r>
            </a:p>
          </p:txBody>
        </p:sp>
      </p:grpSp>
      <p:grpSp>
        <p:nvGrpSpPr>
          <p:cNvPr id="19" name="Column 2"/>
          <p:cNvGrpSpPr/>
          <p:nvPr/>
        </p:nvGrpSpPr>
        <p:grpSpPr>
          <a:xfrm>
            <a:off x="4379976" y="2331720"/>
            <a:ext cx="3429000" cy="3986784"/>
            <a:chOff x="4379976" y="2331720"/>
            <a:chExt cx="3429000" cy="3986784"/>
          </a:xfrm>
        </p:grpSpPr>
        <p:pic>
          <p:nvPicPr>
            <p:cNvPr id="16" name="Plot se = FALSE" descr="Same plot with only the fitted line, no confidence ban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9976" y="2331720"/>
              <a:ext cx="3429000" cy="2569464"/>
            </a:xfrm>
            <a:prstGeom prst="rect">
              <a:avLst/>
            </a:prstGeom>
          </p:spPr>
        </p:pic>
        <p:sp>
          <p:nvSpPr>
            <p:cNvPr id="17" name="Label se = FALSE"/>
            <p:cNvSpPr txBox="1"/>
            <p:nvPr/>
          </p:nvSpPr>
          <p:spPr>
            <a:xfrm>
              <a:off x="4379976" y="4974336"/>
              <a:ext cx="3429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se = FALSE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line only, no band</a:t>
              </a:r>
            </a:p>
          </p:txBody>
        </p:sp>
        <p:sp>
          <p:nvSpPr>
            <p:cNvPr id="18" name="Code se = FALSE"/>
            <p:cNvSpPr txBox="1"/>
            <p:nvPr/>
          </p:nvSpPr>
          <p:spPr>
            <a:xfrm>
              <a:off x="4379976" y="5358384"/>
              <a:ext cx="34290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geom_smooth(method = "lm",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se = FALSE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23" name="Column 3"/>
          <p:cNvGrpSpPr/>
          <p:nvPr/>
        </p:nvGrpSpPr>
        <p:grpSpPr>
          <a:xfrm>
            <a:off x="8211312" y="2331720"/>
            <a:ext cx="3429000" cy="3986784"/>
            <a:chOff x="8211312" y="2331720"/>
            <a:chExt cx="3429000" cy="3986784"/>
          </a:xfrm>
        </p:grpSpPr>
        <p:pic>
          <p:nvPicPr>
            <p:cNvPr id="20" name="Plot fullrange = TRUE" descr="Same plot with the fitted line extended across the full x-axis ran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11312" y="2331720"/>
              <a:ext cx="3429000" cy="2569464"/>
            </a:xfrm>
            <a:prstGeom prst="rect">
              <a:avLst/>
            </a:prstGeom>
          </p:spPr>
        </p:pic>
        <p:sp>
          <p:nvSpPr>
            <p:cNvPr id="21" name="Label fullrange = TRUE"/>
            <p:cNvSpPr txBox="1"/>
            <p:nvPr/>
          </p:nvSpPr>
          <p:spPr>
            <a:xfrm>
              <a:off x="8211312" y="4974336"/>
              <a:ext cx="3429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fullrange = TRUE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line to the plot edges</a:t>
              </a:r>
            </a:p>
          </p:txBody>
        </p:sp>
        <p:sp>
          <p:nvSpPr>
            <p:cNvPr id="22" name="Code fullrange = TRUE"/>
            <p:cNvSpPr txBox="1"/>
            <p:nvPr/>
          </p:nvSpPr>
          <p:spPr>
            <a:xfrm>
              <a:off x="8211312" y="5358384"/>
              <a:ext cx="34290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geom_smooth(method = "lm",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se = FALSE,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fullrange = TRUE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102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Style the line</a:t>
            </a:r>
          </a:p>
        </p:txBody>
      </p:sp>
      <p:pic>
        <p:nvPicPr>
          <p:cNvPr id="11" name="Styled plot" descr="Scatter plot with a black dashed linear fit 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120640" cy="3840480"/>
          </a:xfrm>
          <a:prstGeom prst="rect">
            <a:avLst/>
          </a:prstGeom>
        </p:spPr>
      </p:pic>
      <p:sp>
        <p:nvSpPr>
          <p:cNvPr id="12" name="Styling code"/>
          <p:cNvSpPr txBox="1"/>
          <p:nvPr/>
        </p:nvSpPr>
        <p:spPr>
          <a:xfrm>
            <a:off x="6126480" y="14630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ctr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p + geom_smooth(method = "lm", se = FALSE,</a:t>
            </a:r>
          </a:p>
          <a:p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   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colour = "black"</a:t>
            </a:r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   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linetype = "dashed"</a:t>
            </a:r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   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linewidth = 1</a:t>
            </a:r>
            <a:r>
              <a:rPr lang="en-US" sz="140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13" name="Explanation"/>
          <p:cNvSpPr txBox="1"/>
          <p:nvPr/>
        </p:nvSpPr>
        <p:spPr>
          <a:xfrm>
            <a:off x="6126480" y="2834640"/>
            <a:ext cx="5486400" cy="14173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colour 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a name ("black") or a hex code ("#B5651D")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linetype 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one of the names below</a:t>
            </a:r>
          </a:p>
          <a:p>
            <a:pPr>
              <a:spcBef>
                <a:spcPts val="600"/>
              </a:spcBef>
            </a:pPr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linewidth 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thickness of the line (default 1)</a:t>
            </a:r>
          </a:p>
          <a:p>
            <a:pPr>
              <a:spcBef>
                <a:spcPts val="900"/>
              </a:spcBef>
            </a:pPr>
            <a:r>
              <a:rPr lang="en-US" sz="1200">
                <a:solidFill>
                  <a:srgbClr val="6E6B6C"/>
                </a:solidFill>
                <a:latin typeface="Arial"/>
                <a:cs typeface="Arial"/>
              </a:rPr>
              <a:t>The same arguments work for geom_line(), geom_hline(), geom_vline() and geom_abline()</a:t>
            </a:r>
          </a:p>
        </p:txBody>
      </p:sp>
      <p:pic>
        <p:nvPicPr>
          <p:cNvPr id="14" name="Line types" descr="The six named line types: solid, dashed, dotted, dotdash, longdash, twodas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206240"/>
            <a:ext cx="329184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167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Draw your own lines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548640" y="1371600"/>
            <a:ext cx="5212080" cy="4892040"/>
            <a:chOff x="548640" y="1371600"/>
            <a:chExt cx="5212080" cy="4892040"/>
          </a:xfrm>
        </p:grpSpPr>
        <p:pic>
          <p:nvPicPr>
            <p:cNvPr id="11" name="Plot geom_abline()" descr="Scatter plot of dose vs tablet weight with a straight line drawn from the intercept and slope of a linear model; the line spans the whole pl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371600"/>
              <a:ext cx="4910328" cy="3246120"/>
            </a:xfrm>
            <a:prstGeom prst="rect">
              <a:avLst/>
            </a:prstGeom>
          </p:spPr>
        </p:pic>
        <p:sp>
          <p:nvSpPr>
            <p:cNvPr id="12" name="Label geom_abline()"/>
            <p:cNvSpPr txBox="1"/>
            <p:nvPr/>
          </p:nvSpPr>
          <p:spPr>
            <a:xfrm>
              <a:off x="54864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geom_abline()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straight line: intercept + slope</a:t>
              </a:r>
            </a:p>
          </p:txBody>
        </p:sp>
        <p:sp>
          <p:nvSpPr>
            <p:cNvPr id="13" name="Code geom_abline()"/>
            <p:cNvSpPr txBox="1"/>
            <p:nvPr/>
          </p:nvSpPr>
          <p:spPr>
            <a:xfrm>
              <a:off x="54864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fit &lt;- lm(dose_mg ~ weight_mg, data = tablet_dose)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geom_abline(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    intercept = coef(fit)[1],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    slope = coef(fit)[2])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6446520" y="1371600"/>
            <a:ext cx="5212080" cy="4892040"/>
            <a:chOff x="6446520" y="1371600"/>
            <a:chExt cx="5212080" cy="4892040"/>
          </a:xfrm>
        </p:grpSpPr>
        <p:pic>
          <p:nvPicPr>
            <p:cNvPr id="15" name="Plot geom_function()" descr="Substrate uptake rate vs concentration with a Michaelis-Menten curve drawn through the points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6520" y="1371600"/>
              <a:ext cx="4910328" cy="3246120"/>
            </a:xfrm>
            <a:prstGeom prst="rect">
              <a:avLst/>
            </a:prstGeom>
          </p:spPr>
        </p:pic>
        <p:sp>
          <p:nvSpPr>
            <p:cNvPr id="16" name="Label geom_function()"/>
            <p:cNvSpPr txBox="1"/>
            <p:nvPr/>
          </p:nvSpPr>
          <p:spPr>
            <a:xfrm>
              <a:off x="644652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geom_function()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any function of x, also nonlinear</a:t>
              </a:r>
            </a:p>
          </p:txBody>
        </p:sp>
        <p:sp>
          <p:nvSpPr>
            <p:cNvPr id="17" name="Code geom_function()"/>
            <p:cNvSpPr txBox="1"/>
            <p:nvPr/>
          </p:nvSpPr>
          <p:spPr>
            <a:xfrm>
              <a:off x="644652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Vmax &lt;- coef(mm_fit)["Vmax"]   # from nls() fit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Km   &lt;- coef(mm_fit)["Km"]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ggplot(uptake, aes(x = conc_um, y = rate))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geom_point()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geom_function(fun = \(x) Vmax * x / (Km + x))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764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 lines and text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548640" y="1371600"/>
            <a:ext cx="5212080" cy="4892040"/>
            <a:chOff x="548640" y="1371600"/>
            <a:chExt cx="5212080" cy="4892040"/>
          </a:xfrm>
        </p:grpSpPr>
        <p:pic>
          <p:nvPicPr>
            <p:cNvPr id="11" name="Plot geom_hline() / geom_vline()" descr="Michaelis-Menten curve with a dashed horizontal line at Vmax and a dashed vertical line at K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371600"/>
              <a:ext cx="4910328" cy="3246120"/>
            </a:xfrm>
            <a:prstGeom prst="rect">
              <a:avLst/>
            </a:prstGeom>
          </p:spPr>
        </p:pic>
        <p:sp>
          <p:nvSpPr>
            <p:cNvPr id="12" name="Label geom_hline() / geom_vline()"/>
            <p:cNvSpPr txBox="1"/>
            <p:nvPr/>
          </p:nvSpPr>
          <p:spPr>
            <a:xfrm>
              <a:off x="54864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geom_hline() / geom_vline()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a line at a fixed value</a:t>
              </a:r>
            </a:p>
          </p:txBody>
        </p:sp>
        <p:sp>
          <p:nvSpPr>
            <p:cNvPr id="13" name="Code geom_hline() / geom_vline()"/>
            <p:cNvSpPr txBox="1"/>
            <p:nvPr/>
          </p:nvSpPr>
          <p:spPr>
            <a:xfrm>
              <a:off x="54864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geom_hline(yintercept = Vmax,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  linetype = "dashed")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geom_vline(xintercept = Km,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  linetype = "dashed")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6446520" y="1371600"/>
            <a:ext cx="5212080" cy="4892040"/>
            <a:chOff x="6446520" y="1371600"/>
            <a:chExt cx="5212080" cy="4892040"/>
          </a:xfrm>
        </p:grpSpPr>
        <p:pic>
          <p:nvPicPr>
            <p:cNvPr id="15" name="Plot annotate()" descr="Linear fit of dose vs tablet weight with the text R squared = 0.58 in the top left corne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6520" y="1371600"/>
              <a:ext cx="4910328" cy="3246120"/>
            </a:xfrm>
            <a:prstGeom prst="rect">
              <a:avLst/>
            </a:prstGeom>
          </p:spPr>
        </p:pic>
        <p:sp>
          <p:nvSpPr>
            <p:cNvPr id="16" name="Label annotate()"/>
            <p:cNvSpPr txBox="1"/>
            <p:nvPr/>
          </p:nvSpPr>
          <p:spPr>
            <a:xfrm>
              <a:off x="644652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annotate()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one label at a chosen position</a:t>
              </a:r>
            </a:p>
          </p:txBody>
        </p:sp>
        <p:sp>
          <p:nvSpPr>
            <p:cNvPr id="17" name="Code annotate()"/>
            <p:cNvSpPr txBox="1"/>
            <p:nvPr/>
          </p:nvSpPr>
          <p:spPr>
            <a:xfrm>
              <a:off x="644652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r2 &lt;- summary(fit)$r.squared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geom_smooth(method = "lm", se = FALSE)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annotate("text", x = 470, y = 280, hjust = 0,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label = paste("R² =", round(r2, 2)))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954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Axes: limits, breaks and expand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457200" y="1371600"/>
            <a:ext cx="3657600" cy="4617720"/>
            <a:chOff x="457200" y="1371600"/>
            <a:chExt cx="3657600" cy="4617720"/>
          </a:xfrm>
        </p:grpSpPr>
        <p:pic>
          <p:nvPicPr>
            <p:cNvPr id="11" name="Plot limits" descr="Michaelis-Menten plot with the x-axis limited to 0 to 200 micromola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371600"/>
              <a:ext cx="3657600" cy="2971800"/>
            </a:xfrm>
            <a:prstGeom prst="rect">
              <a:avLst/>
            </a:prstGeom>
          </p:spPr>
        </p:pic>
        <p:sp>
          <p:nvSpPr>
            <p:cNvPr id="12" name="Label limits"/>
            <p:cNvSpPr txBox="1"/>
            <p:nvPr/>
          </p:nvSpPr>
          <p:spPr>
            <a:xfrm>
              <a:off x="457200" y="44165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limits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range of the axis</a:t>
              </a:r>
            </a:p>
          </p:txBody>
        </p:sp>
        <p:sp>
          <p:nvSpPr>
            <p:cNvPr id="13" name="Code limits"/>
            <p:cNvSpPr txBox="1"/>
            <p:nvPr/>
          </p:nvSpPr>
          <p:spPr>
            <a:xfrm>
              <a:off x="457200" y="4800600"/>
              <a:ext cx="365760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scale_x_continuous(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limits = c(0, 200)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4270248" y="1371600"/>
            <a:ext cx="3657600" cy="4617720"/>
            <a:chOff x="4270248" y="1371600"/>
            <a:chExt cx="3657600" cy="4617720"/>
          </a:xfrm>
        </p:grpSpPr>
        <p:pic>
          <p:nvPicPr>
            <p:cNvPr id="15" name="Plot breaks" descr="Michaelis-Menten plot with x-axis ticks every 50 micromola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0248" y="1371600"/>
              <a:ext cx="3657600" cy="2971800"/>
            </a:xfrm>
            <a:prstGeom prst="rect">
              <a:avLst/>
            </a:prstGeom>
          </p:spPr>
        </p:pic>
        <p:sp>
          <p:nvSpPr>
            <p:cNvPr id="16" name="Label breaks"/>
            <p:cNvSpPr txBox="1"/>
            <p:nvPr/>
          </p:nvSpPr>
          <p:spPr>
            <a:xfrm>
              <a:off x="4270248" y="44165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breaks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where the ticks are</a:t>
              </a:r>
            </a:p>
          </p:txBody>
        </p:sp>
        <p:sp>
          <p:nvSpPr>
            <p:cNvPr id="17" name="Code breaks"/>
            <p:cNvSpPr txBox="1"/>
            <p:nvPr/>
          </p:nvSpPr>
          <p:spPr>
            <a:xfrm>
              <a:off x="4270248" y="4800600"/>
              <a:ext cx="365760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scale_x_continuous(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breaks = seq(0, 400, by = 50)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22" name="Column 3"/>
          <p:cNvGrpSpPr/>
          <p:nvPr/>
        </p:nvGrpSpPr>
        <p:grpSpPr>
          <a:xfrm>
            <a:off x="8074152" y="1371600"/>
            <a:ext cx="3657600" cy="4617720"/>
            <a:chOff x="8074152" y="1371600"/>
            <a:chExt cx="3657600" cy="4617720"/>
          </a:xfrm>
        </p:grpSpPr>
        <p:pic>
          <p:nvPicPr>
            <p:cNvPr id="19" name="Plot expand" descr="Michaelis-Menten plot where the axes start exactly at zero with no space around the data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4152" y="1371600"/>
              <a:ext cx="3657600" cy="2971800"/>
            </a:xfrm>
            <a:prstGeom prst="rect">
              <a:avLst/>
            </a:prstGeom>
          </p:spPr>
        </p:pic>
        <p:sp>
          <p:nvSpPr>
            <p:cNvPr id="20" name="Label expand"/>
            <p:cNvSpPr txBox="1"/>
            <p:nvPr/>
          </p:nvSpPr>
          <p:spPr>
            <a:xfrm>
              <a:off x="8074152" y="44165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expand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remove the air</a:t>
              </a:r>
            </a:p>
          </p:txBody>
        </p:sp>
        <p:sp>
          <p:nvSpPr>
            <p:cNvPr id="21" name="Code expand"/>
            <p:cNvSpPr txBox="1"/>
            <p:nvPr/>
          </p:nvSpPr>
          <p:spPr>
            <a:xfrm>
              <a:off x="8074152" y="4800600"/>
              <a:ext cx="365760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scale_x_continuous(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expand = c(0, 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scale_y_continuous(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expand = c(0, 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280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 scale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548640" y="1371600"/>
            <a:ext cx="5212080" cy="4892040"/>
            <a:chOff x="548640" y="1371600"/>
            <a:chExt cx="5212080" cy="4892040"/>
          </a:xfrm>
        </p:grpSpPr>
        <p:pic>
          <p:nvPicPr>
            <p:cNvPr id="11" name="Plot scale_x_log10()" descr="Michaelis-Menten plot with a logarithmic x-axis from 1 to 1000 micromola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371600"/>
              <a:ext cx="4910328" cy="3246120"/>
            </a:xfrm>
            <a:prstGeom prst="rect">
              <a:avLst/>
            </a:prstGeom>
          </p:spPr>
        </p:pic>
        <p:sp>
          <p:nvSpPr>
            <p:cNvPr id="12" name="Label scale_x_log10()"/>
            <p:cNvSpPr txBox="1"/>
            <p:nvPr/>
          </p:nvSpPr>
          <p:spPr>
            <a:xfrm>
              <a:off x="54864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scale_x_log10()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same arguments: limits, breaks, expand</a:t>
              </a:r>
            </a:p>
          </p:txBody>
        </p:sp>
        <p:sp>
          <p:nvSpPr>
            <p:cNvPr id="13" name="Code scale_x_log10()"/>
            <p:cNvSpPr txBox="1"/>
            <p:nvPr/>
          </p:nvSpPr>
          <p:spPr>
            <a:xfrm>
              <a:off x="54864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scale_x_log10(breaks = c(1, 10, 100, 1000),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                limits = c(1, 1000))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6446520" y="1371600"/>
            <a:ext cx="5212080" cy="4892040"/>
            <a:chOff x="6446520" y="1371600"/>
            <a:chExt cx="5212080" cy="4892040"/>
          </a:xfrm>
        </p:grpSpPr>
        <p:pic>
          <p:nvPicPr>
            <p:cNvPr id="15" name="Plot annotation_logticks()" descr="Same log-scale plot with small log tick marks along the x-axis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6520" y="1371600"/>
              <a:ext cx="4910328" cy="3246120"/>
            </a:xfrm>
            <a:prstGeom prst="rect">
              <a:avLst/>
            </a:prstGeom>
          </p:spPr>
        </p:pic>
        <p:sp>
          <p:nvSpPr>
            <p:cNvPr id="16" name="Label annotation_logticks()"/>
            <p:cNvSpPr txBox="1"/>
            <p:nvPr/>
          </p:nvSpPr>
          <p:spPr>
            <a:xfrm>
              <a:off x="644652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annotation_logticks()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log ticks, easier to read off values</a:t>
              </a:r>
            </a:p>
          </p:txBody>
        </p:sp>
        <p:sp>
          <p:nvSpPr>
            <p:cNvPr id="17" name="Code annotation_logticks()"/>
            <p:cNvSpPr txBox="1"/>
            <p:nvPr/>
          </p:nvSpPr>
          <p:spPr>
            <a:xfrm>
              <a:off x="644652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scale_x_log10(breaks = c(1, 10, 100, 1000),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     limits = c(1, 1000))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annotation_logticks(sides = "b")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795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Zoom with coord_cartesian()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Arguments: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xlim, ylim, expand = FALSE (no air), clip.  Zooms without removing data; breaks and labels need scale_*().</a:t>
            </a:r>
          </a:p>
        </p:txBody>
      </p:sp>
      <p:grpSp>
        <p:nvGrpSpPr>
          <p:cNvPr id="15" name="Column 1"/>
          <p:cNvGrpSpPr/>
          <p:nvPr/>
        </p:nvGrpSpPr>
        <p:grpSpPr>
          <a:xfrm>
            <a:off x="457200" y="1783080"/>
            <a:ext cx="3657600" cy="4160520"/>
            <a:chOff x="457200" y="1783080"/>
            <a:chExt cx="3657600" cy="4160520"/>
          </a:xfrm>
        </p:grpSpPr>
        <p:pic>
          <p:nvPicPr>
            <p:cNvPr id="12" name="Plot scale_x_continuous()" descr="Zoomed scatter plot where the linear fit is recalculated on only the visible points and becomes flatte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783080"/>
              <a:ext cx="3657600" cy="2743200"/>
            </a:xfrm>
            <a:prstGeom prst="rect">
              <a:avLst/>
            </a:prstGeom>
          </p:spPr>
        </p:pic>
        <p:sp>
          <p:nvSpPr>
            <p:cNvPr id="13" name="Label scale_x_continuous()"/>
            <p:cNvSpPr txBox="1"/>
            <p:nvPr/>
          </p:nvSpPr>
          <p:spPr>
            <a:xfrm>
              <a:off x="457200" y="459943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scale_x_continuous()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fit changes</a:t>
              </a:r>
            </a:p>
          </p:txBody>
        </p:sp>
        <p:sp>
          <p:nvSpPr>
            <p:cNvPr id="14" name="Code scale_x_continuous()"/>
            <p:cNvSpPr txBox="1"/>
            <p:nvPr/>
          </p:nvSpPr>
          <p:spPr>
            <a:xfrm>
              <a:off x="457200" y="4983480"/>
              <a:ext cx="36576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p_fit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scale_x_continuous(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limits = c(490, 510)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19" name="Column 2"/>
          <p:cNvGrpSpPr/>
          <p:nvPr/>
        </p:nvGrpSpPr>
        <p:grpSpPr>
          <a:xfrm>
            <a:off x="4270248" y="1783080"/>
            <a:ext cx="3657600" cy="4160520"/>
            <a:chOff x="4270248" y="1783080"/>
            <a:chExt cx="3657600" cy="4160520"/>
          </a:xfrm>
        </p:grpSpPr>
        <p:pic>
          <p:nvPicPr>
            <p:cNvPr id="16" name="Plot coord_cartesian()" descr="Same zoom with coord_cartesian, the linear fit still uses all data and keeps its slop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0248" y="1783080"/>
              <a:ext cx="3657600" cy="2743200"/>
            </a:xfrm>
            <a:prstGeom prst="rect">
              <a:avLst/>
            </a:prstGeom>
          </p:spPr>
        </p:pic>
        <p:sp>
          <p:nvSpPr>
            <p:cNvPr id="17" name="Label coord_cartesian()"/>
            <p:cNvSpPr txBox="1"/>
            <p:nvPr/>
          </p:nvSpPr>
          <p:spPr>
            <a:xfrm>
              <a:off x="4270248" y="459943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coord_cartesian()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zooms, fit unchanged</a:t>
              </a:r>
            </a:p>
          </p:txBody>
        </p:sp>
        <p:sp>
          <p:nvSpPr>
            <p:cNvPr id="18" name="Code coord_cartesian()"/>
            <p:cNvSpPr txBox="1"/>
            <p:nvPr/>
          </p:nvSpPr>
          <p:spPr>
            <a:xfrm>
              <a:off x="4270248" y="4983480"/>
              <a:ext cx="36576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p_fit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coord_cartesian(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xlim = c(490, 510)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23" name="Column 3"/>
          <p:cNvGrpSpPr/>
          <p:nvPr/>
        </p:nvGrpSpPr>
        <p:grpSpPr>
          <a:xfrm>
            <a:off x="8074152" y="1783080"/>
            <a:ext cx="3657600" cy="4160520"/>
            <a:chOff x="8074152" y="1783080"/>
            <a:chExt cx="3657600" cy="4160520"/>
          </a:xfrm>
        </p:grpSpPr>
        <p:pic>
          <p:nvPicPr>
            <p:cNvPr id="20" name="Plot clip = &quot;off&quot;" descr="Michaelis-Menten plot with axes starting at zero and the points on the edges drawn in full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4152" y="1783080"/>
              <a:ext cx="3657600" cy="2743200"/>
            </a:xfrm>
            <a:prstGeom prst="rect">
              <a:avLst/>
            </a:prstGeom>
          </p:spPr>
        </p:pic>
        <p:sp>
          <p:nvSpPr>
            <p:cNvPr id="21" name="Label clip = &quot;off&quot;"/>
            <p:cNvSpPr txBox="1"/>
            <p:nvPr/>
          </p:nvSpPr>
          <p:spPr>
            <a:xfrm>
              <a:off x="8074152" y="459943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clip = "off"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no air, edge points still shown</a:t>
              </a:r>
            </a:p>
          </p:txBody>
        </p:sp>
        <p:sp>
          <p:nvSpPr>
            <p:cNvPr id="22" name="Code clip = &quot;off&quot;"/>
            <p:cNvSpPr txBox="1"/>
            <p:nvPr/>
          </p:nvSpPr>
          <p:spPr>
            <a:xfrm>
              <a:off x="8074152" y="4983480"/>
              <a:ext cx="3657600" cy="9601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p_mm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coord_cartesian(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expand = FALSE,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clip = "off"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655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Split groups with facet_wrap()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548640" y="1371600"/>
            <a:ext cx="5212080" cy="4892040"/>
            <a:chOff x="548640" y="1371600"/>
            <a:chExt cx="5212080" cy="4892040"/>
          </a:xfrm>
        </p:grpSpPr>
        <p:pic>
          <p:nvPicPr>
            <p:cNvPr id="11" name="Plot colour = batch" descr="Scatter plot of six tablet batches in one plot with coloured points and fit lines that overla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371600"/>
              <a:ext cx="4910328" cy="3246120"/>
            </a:xfrm>
            <a:prstGeom prst="rect">
              <a:avLst/>
            </a:prstGeom>
          </p:spPr>
        </p:pic>
        <p:sp>
          <p:nvSpPr>
            <p:cNvPr id="12" name="Label colour = batch"/>
            <p:cNvSpPr txBox="1"/>
            <p:nvPr/>
          </p:nvSpPr>
          <p:spPr>
            <a:xfrm>
              <a:off x="54864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colour = batch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six groups in one plot: cluttered</a:t>
              </a:r>
            </a:p>
          </p:txBody>
        </p:sp>
        <p:sp>
          <p:nvSpPr>
            <p:cNvPr id="13" name="Code colour = batch"/>
            <p:cNvSpPr txBox="1"/>
            <p:nvPr/>
          </p:nvSpPr>
          <p:spPr>
            <a:xfrm>
              <a:off x="54864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ggplot(tablet_batches,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aes(x = weight_mg, y = dose_mg,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colour = batch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geom_point()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geom_smooth(method = "lm", se = FALSE)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6446520" y="1371600"/>
            <a:ext cx="5212080" cy="4892040"/>
            <a:chOff x="6446520" y="1371600"/>
            <a:chExt cx="5212080" cy="4892040"/>
          </a:xfrm>
        </p:grpSpPr>
        <p:pic>
          <p:nvPicPr>
            <p:cNvPr id="15" name="Plot facet_wrap()" descr="The same data split into six small panels, one per batch, in three columns; batch E clearly has lower doses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6520" y="1371600"/>
              <a:ext cx="4910328" cy="3246120"/>
            </a:xfrm>
            <a:prstGeom prst="rect">
              <a:avLst/>
            </a:prstGeom>
          </p:spPr>
        </p:pic>
        <p:sp>
          <p:nvSpPr>
            <p:cNvPr id="16" name="Label facet_wrap()"/>
            <p:cNvSpPr txBox="1"/>
            <p:nvPr/>
          </p:nvSpPr>
          <p:spPr>
            <a:xfrm>
              <a:off x="6446520" y="4690872"/>
              <a:ext cx="52120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facet_wrap()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one panel per batch, ncol sets the layout</a:t>
              </a:r>
            </a:p>
          </p:txBody>
        </p:sp>
        <p:sp>
          <p:nvSpPr>
            <p:cNvPr id="17" name="Code facet_wrap()"/>
            <p:cNvSpPr txBox="1"/>
            <p:nvPr/>
          </p:nvSpPr>
          <p:spPr>
            <a:xfrm>
              <a:off x="6446520" y="5074920"/>
              <a:ext cx="52120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ggplot(tablet_batches,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aes(x = weight_mg, y = dose_mg))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geom_point()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geom_smooth(method = "lm", se = FALSE)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facet_wrap(~ batch, ncol = 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444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Choose your own colours</a:t>
            </a:r>
          </a:p>
        </p:txBody>
      </p:sp>
      <p:sp>
        <p:nvSpPr>
          <p:cNvPr id="11" name="Swatch 1"/>
          <p:cNvSpPr/>
          <p:nvPr/>
        </p:nvSpPr>
        <p:spPr>
          <a:xfrm>
            <a:off x="349738" y="23356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682B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lour code 1"/>
          <p:cNvSpPr txBox="1"/>
          <p:nvPr/>
        </p:nvSpPr>
        <p:spPr>
          <a:xfrm>
            <a:off x="989818" y="2289908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n-US" sz="1300" b="1">
                <a:solidFill>
                  <a:srgbClr val="404040"/>
                </a:solidFill>
                <a:latin typeface="Courier New"/>
                <a:cs typeface="Courier New"/>
              </a:rPr>
              <a:t>"steelblue"</a:t>
            </a:r>
          </a:p>
          <a:p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name  (colors() lists all 657)</a:t>
            </a:r>
          </a:p>
        </p:txBody>
      </p:sp>
      <p:sp>
        <p:nvSpPr>
          <p:cNvPr id="13" name="Swatch 2"/>
          <p:cNvSpPr/>
          <p:nvPr/>
        </p:nvSpPr>
        <p:spPr>
          <a:xfrm>
            <a:off x="349738" y="30214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682B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olour code 2"/>
          <p:cNvSpPr txBox="1"/>
          <p:nvPr/>
        </p:nvSpPr>
        <p:spPr>
          <a:xfrm>
            <a:off x="989818" y="2975708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n-US" sz="1300" b="1">
                <a:solidFill>
                  <a:srgbClr val="404040"/>
                </a:solidFill>
                <a:latin typeface="Courier New"/>
                <a:cs typeface="Courier New"/>
              </a:rPr>
              <a:t>"#4682B4"</a:t>
            </a:r>
          </a:p>
          <a:p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hex code</a:t>
            </a:r>
          </a:p>
        </p:txBody>
      </p:sp>
      <p:sp>
        <p:nvSpPr>
          <p:cNvPr id="15" name="Swatch 3"/>
          <p:cNvSpPr/>
          <p:nvPr/>
        </p:nvSpPr>
        <p:spPr>
          <a:xfrm>
            <a:off x="349738" y="37072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682B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olour code 3"/>
          <p:cNvSpPr txBox="1"/>
          <p:nvPr/>
        </p:nvSpPr>
        <p:spPr>
          <a:xfrm>
            <a:off x="989818" y="3661508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n-US" sz="1300" b="1">
                <a:solidFill>
                  <a:srgbClr val="404040"/>
                </a:solidFill>
                <a:latin typeface="Courier New"/>
                <a:cs typeface="Courier New"/>
              </a:rPr>
              <a:t>rgb(70, 130, 180, max = 255)</a:t>
            </a:r>
          </a:p>
          <a:p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RGB, 0 to 255</a:t>
            </a:r>
          </a:p>
        </p:txBody>
      </p:sp>
      <p:sp>
        <p:nvSpPr>
          <p:cNvPr id="17" name="Swatch 4"/>
          <p:cNvSpPr/>
          <p:nvPr/>
        </p:nvSpPr>
        <p:spPr>
          <a:xfrm>
            <a:off x="349738" y="439302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4682B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olour code 4"/>
          <p:cNvSpPr txBox="1"/>
          <p:nvPr/>
        </p:nvSpPr>
        <p:spPr>
          <a:xfrm>
            <a:off x="989818" y="4347308"/>
            <a:ext cx="3063240" cy="60350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n-US" sz="1300" b="1">
                <a:solidFill>
                  <a:srgbClr val="404040"/>
                </a:solidFill>
                <a:latin typeface="Courier New"/>
                <a:cs typeface="Courier New"/>
              </a:rPr>
              <a:t>hsv(0.576, 0.611, 0.706)</a:t>
            </a:r>
          </a:p>
          <a:p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HSV, 0 to 1</a:t>
            </a:r>
          </a:p>
        </p:txBody>
      </p:sp>
      <p:sp>
        <p:nvSpPr>
          <p:cNvPr id="19" name="Label colours"/>
          <p:cNvSpPr txBox="1"/>
          <p:nvPr/>
        </p:nvSpPr>
        <p:spPr>
          <a:xfrm>
            <a:off x="349738" y="1867760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Write a colour</a:t>
            </a:r>
            <a:r>
              <a:rPr lang="en-US" sz="1200">
                <a:solidFill>
                  <a:srgbClr val="6E6B6C"/>
                </a:solidFill>
                <a:latin typeface="Arial"/>
                <a:cs typeface="Arial"/>
              </a:rPr>
              <a:t>  four ways, the same blue</a:t>
            </a:r>
          </a:p>
        </p:txBody>
      </p:sp>
      <p:grpSp>
        <p:nvGrpSpPr>
          <p:cNvPr id="23" name="Column 2"/>
          <p:cNvGrpSpPr/>
          <p:nvPr/>
        </p:nvGrpSpPr>
        <p:grpSpPr>
          <a:xfrm>
            <a:off x="4270248" y="1371600"/>
            <a:ext cx="3657600" cy="4572000"/>
            <a:chOff x="4270248" y="1371600"/>
            <a:chExt cx="3657600" cy="4572000"/>
          </a:xfrm>
        </p:grpSpPr>
        <p:pic>
          <p:nvPicPr>
            <p:cNvPr id="20" name="Plot One colour" descr="Scatter plot with all points in the same steel blue colou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0248" y="1371600"/>
              <a:ext cx="3657600" cy="2743200"/>
            </a:xfrm>
            <a:prstGeom prst="rect">
              <a:avLst/>
            </a:prstGeom>
          </p:spPr>
        </p:pic>
        <p:sp>
          <p:nvSpPr>
            <p:cNvPr id="21" name="Label One colour"/>
            <p:cNvSpPr txBox="1"/>
            <p:nvPr/>
          </p:nvSpPr>
          <p:spPr>
            <a:xfrm>
              <a:off x="4270248" y="41879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One colour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set outside aes()</a:t>
              </a:r>
            </a:p>
          </p:txBody>
        </p:sp>
        <p:sp>
          <p:nvSpPr>
            <p:cNvPr id="22" name="Code One colour"/>
            <p:cNvSpPr txBox="1"/>
            <p:nvPr/>
          </p:nvSpPr>
          <p:spPr>
            <a:xfrm>
              <a:off x="4270248" y="4572000"/>
              <a:ext cx="3657600" cy="13716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ggplot(tablet_dose,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aes(weight_mg, dose_mg))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geom_point(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colour = "#4682B4"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28" name="Column 3"/>
          <p:cNvGrpSpPr/>
          <p:nvPr/>
        </p:nvGrpSpPr>
        <p:grpSpPr>
          <a:xfrm>
            <a:off x="8074152" y="1371600"/>
            <a:ext cx="3657600" cy="5029200"/>
            <a:chOff x="8074152" y="1371600"/>
            <a:chExt cx="3657600" cy="5029200"/>
          </a:xfrm>
        </p:grpSpPr>
        <p:pic>
          <p:nvPicPr>
            <p:cNvPr id="24" name="Plot Your own palette" descr="Scatter plot of three batches coloured orange, light blue and green from a custom named palett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4152" y="1371600"/>
              <a:ext cx="3657600" cy="2743200"/>
            </a:xfrm>
            <a:prstGeom prst="rect">
              <a:avLst/>
            </a:prstGeom>
          </p:spPr>
        </p:pic>
        <p:sp>
          <p:nvSpPr>
            <p:cNvPr id="25" name="Label Your own palette"/>
            <p:cNvSpPr txBox="1"/>
            <p:nvPr/>
          </p:nvSpPr>
          <p:spPr>
            <a:xfrm>
              <a:off x="8074152" y="41879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Your own palette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used in the order of the groups</a:t>
              </a:r>
            </a:p>
          </p:txBody>
        </p:sp>
        <p:sp>
          <p:nvSpPr>
            <p:cNvPr id="26" name="Code Your own palette"/>
            <p:cNvSpPr txBox="1"/>
            <p:nvPr/>
          </p:nvSpPr>
          <p:spPr>
            <a:xfrm>
              <a:off x="8074152" y="4572000"/>
              <a:ext cx="3657600" cy="13716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 b="1" dirty="0" err="1">
                  <a:solidFill>
                    <a:srgbClr val="B5651D"/>
                  </a:solidFill>
                  <a:latin typeface="Courier New"/>
                  <a:cs typeface="Courier New"/>
                </a:rPr>
                <a:t>my_cols</a:t>
              </a:r>
              <a:r>
                <a:rPr lang="en-US" sz="1300" b="1" dirty="0">
                  <a:solidFill>
                    <a:srgbClr val="B5651D"/>
                  </a:solidFill>
                  <a:latin typeface="Courier New"/>
                  <a:cs typeface="Courier New"/>
                </a:rPr>
                <a:t> &lt;- c("#E69F00",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             "#56B4E9",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             "#009E73")</a:t>
              </a:r>
            </a:p>
            <a:p>
              <a:r>
                <a:rPr lang="en-US" sz="1300" dirty="0" err="1">
                  <a:solidFill>
                    <a:srgbClr val="404040"/>
                  </a:solidFill>
                  <a:latin typeface="Courier New"/>
                  <a:cs typeface="Courier New"/>
                </a:rPr>
                <a:t>p_batch</a:t>
              </a:r>
              <a:r>
                <a:rPr lang="en-US" sz="1300" dirty="0">
                  <a:solidFill>
                    <a:srgbClr val="404040"/>
                  </a:solidFill>
                  <a:latin typeface="Courier New"/>
                  <a:cs typeface="Courier New"/>
                </a:rPr>
                <a:t> +</a:t>
              </a:r>
            </a:p>
            <a:p>
              <a:r>
                <a:rPr lang="en-US" sz="1300" dirty="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 dirty="0" err="1">
                  <a:solidFill>
                    <a:srgbClr val="B5651D"/>
                  </a:solidFill>
                  <a:latin typeface="Courier New"/>
                  <a:cs typeface="Courier New"/>
                </a:rPr>
                <a:t>scale_colour_manual</a:t>
              </a:r>
              <a:r>
                <a:rPr lang="en-US" sz="1300" b="1" dirty="0">
                  <a:solidFill>
                    <a:srgbClr val="B5651D"/>
                  </a:solidFill>
                  <a:latin typeface="Courier New"/>
                  <a:cs typeface="Courier New"/>
                </a:rPr>
                <a:t>(</a:t>
              </a:r>
              <a:endParaRPr lang="en-US" dirty="0">
                <a:solidFill>
                  <a:srgbClr val="000000"/>
                </a:solidFill>
              </a:endParaRPr>
            </a:p>
            <a:p>
              <a:r>
                <a:rPr lang="en-US" sz="1300" b="1" dirty="0">
                  <a:solidFill>
                    <a:srgbClr val="B5651D"/>
                  </a:solidFill>
                  <a:latin typeface="Courier New"/>
                  <a:cs typeface="Courier New"/>
                </a:rPr>
                <a:t>values = </a:t>
              </a:r>
              <a:r>
                <a:rPr lang="en-US" sz="1300" b="1" dirty="0" err="1">
                  <a:solidFill>
                    <a:srgbClr val="B5651D"/>
                  </a:solidFill>
                  <a:latin typeface="Courier New"/>
                  <a:cs typeface="Courier New"/>
                </a:rPr>
                <a:t>my_cols</a:t>
              </a:r>
              <a:r>
                <a:rPr lang="en-US" sz="1300" b="1" dirty="0">
                  <a:solidFill>
                    <a:srgbClr val="B5651D"/>
                  </a:solidFill>
                  <a:latin typeface="Courier New"/>
                  <a:cs typeface="Courier New"/>
                </a:rPr>
                <a:t>)</a:t>
              </a:r>
              <a:endParaRPr lang="en-US" sz="1300" b="1">
                <a:solidFill>
                  <a:srgbClr val="B5651D"/>
                </a:solidFill>
                <a:latin typeface="Courier New"/>
                <a:cs typeface="Courier New"/>
              </a:endParaRPr>
            </a:p>
          </p:txBody>
        </p:sp>
        <p:sp>
          <p:nvSpPr>
            <p:cNvPr id="27" name="Tip named palette"/>
            <p:cNvSpPr txBox="1"/>
            <p:nvPr/>
          </p:nvSpPr>
          <p:spPr>
            <a:xfrm>
              <a:off x="8074152" y="5989320"/>
              <a:ext cx="36576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100" b="1">
                  <a:solidFill>
                    <a:srgbClr val="B5651D"/>
                  </a:solidFill>
                  <a:latin typeface="Arial"/>
                  <a:cs typeface="Arial"/>
                </a:rPr>
                <a:t>Tip: </a:t>
              </a:r>
              <a:r>
                <a:rPr lang="en-US" sz="1100">
                  <a:solidFill>
                    <a:srgbClr val="6E6B6C"/>
                  </a:solidFill>
                  <a:latin typeface="Arial"/>
                  <a:cs typeface="Arial"/>
                </a:rPr>
                <a:t>name the colours, c(A = "#E69F00", ...), to give each batch the same colour in every plot.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487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Axis titles with units and symbols</a:t>
            </a:r>
          </a:p>
        </p:txBody>
      </p:sp>
      <p:pic>
        <p:nvPicPr>
          <p:cNvPr id="11" name="Plot labels" descr="Michaelis-Menten plot with axis titles Concentration in micromolar and uptake in pmol per minute per mg, written with superscripts and multiplication d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760720" cy="3456432"/>
          </a:xfrm>
          <a:prstGeom prst="rect">
            <a:avLst/>
          </a:prstGeom>
        </p:spPr>
      </p:pic>
      <p:sp>
        <p:nvSpPr>
          <p:cNvPr id="12" name="Label labs"/>
          <p:cNvSpPr txBox="1"/>
          <p:nvPr/>
        </p:nvSpPr>
        <p:spPr>
          <a:xfrm>
            <a:off x="457200" y="4864608"/>
            <a:ext cx="585216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labs() + expression()</a:t>
            </a:r>
            <a:r>
              <a:rPr lang="en-US" sz="1200">
                <a:solidFill>
                  <a:srgbClr val="6E6B6C"/>
                </a:solidFill>
                <a:latin typeface="Arial"/>
                <a:cs typeface="Arial"/>
              </a:rPr>
              <a:t>  units, Greek letters, sub/superscripts</a:t>
            </a:r>
          </a:p>
        </p:txBody>
      </p:sp>
      <p:sp>
        <p:nvSpPr>
          <p:cNvPr id="13" name="Code labs"/>
          <p:cNvSpPr txBox="1"/>
          <p:nvPr/>
        </p:nvSpPr>
        <p:spPr>
          <a:xfrm>
            <a:off x="457200" y="5230368"/>
            <a:ext cx="5852160" cy="107899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73152" tIns="73152" rIns="73152" bIns="73152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p_mm + labs(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x =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expression("Concentration ("*mu*"M)")</a:t>
            </a:r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y =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expression("Uptake (pmol" %.% min^-1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         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%.% mg^-1 * ")")</a:t>
            </a:r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)</a:t>
            </a:r>
          </a:p>
        </p:txBody>
      </p:sp>
      <p:sp>
        <p:nvSpPr>
          <p:cNvPr id="14" name="Head write"/>
          <p:cNvSpPr txBox="1"/>
          <p:nvPr/>
        </p:nvSpPr>
        <p:spPr>
          <a:xfrm>
            <a:off x="662940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You write</a:t>
            </a:r>
          </a:p>
        </p:txBody>
      </p:sp>
      <p:sp>
        <p:nvSpPr>
          <p:cNvPr id="15" name="Head get"/>
          <p:cNvSpPr txBox="1"/>
          <p:nvPr/>
        </p:nvSpPr>
        <p:spPr>
          <a:xfrm>
            <a:off x="8915400" y="13716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You get</a:t>
            </a:r>
          </a:p>
        </p:txBody>
      </p:sp>
      <p:sp>
        <p:nvSpPr>
          <p:cNvPr id="16" name="Write 1"/>
          <p:cNvSpPr txBox="1"/>
          <p:nvPr/>
        </p:nvSpPr>
        <p:spPr>
          <a:xfrm>
            <a:off x="6629400" y="178308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mu,  Delta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Greek letters by name</a:t>
            </a:r>
          </a:p>
        </p:txBody>
      </p:sp>
      <p:sp>
        <p:nvSpPr>
          <p:cNvPr id="17" name="Get 1"/>
          <p:cNvSpPr txBox="1"/>
          <p:nvPr/>
        </p:nvSpPr>
        <p:spPr>
          <a:xfrm>
            <a:off x="8915400" y="178308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600">
                <a:solidFill>
                  <a:srgbClr val="404040"/>
                </a:solidFill>
                <a:latin typeface="Arial"/>
                <a:cs typeface="Arial"/>
              </a:rPr>
              <a:t>µ,  Δ</a:t>
            </a:r>
          </a:p>
        </p:txBody>
      </p:sp>
      <p:sp>
        <p:nvSpPr>
          <p:cNvPr id="18" name="Write 2"/>
          <p:cNvSpPr txBox="1"/>
          <p:nvPr/>
        </p:nvSpPr>
        <p:spPr>
          <a:xfrm>
            <a:off x="6629400" y="2441448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C[max]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subscript</a:t>
            </a:r>
          </a:p>
        </p:txBody>
      </p:sp>
      <p:sp>
        <p:nvSpPr>
          <p:cNvPr id="19" name="Get 2"/>
          <p:cNvSpPr txBox="1"/>
          <p:nvPr/>
        </p:nvSpPr>
        <p:spPr>
          <a:xfrm>
            <a:off x="8915400" y="2441448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60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lang="en-US" sz="1600" baseline="-25000">
                <a:solidFill>
                  <a:srgbClr val="404040"/>
                </a:solidFill>
                <a:latin typeface="Arial"/>
                <a:cs typeface="Arial"/>
              </a:rPr>
              <a:t>max</a:t>
            </a:r>
          </a:p>
        </p:txBody>
      </p:sp>
      <p:sp>
        <p:nvSpPr>
          <p:cNvPr id="20" name="Write 3"/>
          <p:cNvSpPr txBox="1"/>
          <p:nvPr/>
        </p:nvSpPr>
        <p:spPr>
          <a:xfrm>
            <a:off x="6629400" y="3099816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min^-1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superscript</a:t>
            </a:r>
          </a:p>
        </p:txBody>
      </p:sp>
      <p:sp>
        <p:nvSpPr>
          <p:cNvPr id="21" name="Get 3"/>
          <p:cNvSpPr txBox="1"/>
          <p:nvPr/>
        </p:nvSpPr>
        <p:spPr>
          <a:xfrm>
            <a:off x="8915400" y="3099816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600">
                <a:solidFill>
                  <a:srgbClr val="404040"/>
                </a:solidFill>
                <a:latin typeface="Arial"/>
                <a:cs typeface="Arial"/>
              </a:rPr>
              <a:t>min</a:t>
            </a:r>
            <a:r>
              <a:rPr lang="en-US" sz="1600" baseline="30000">
                <a:solidFill>
                  <a:srgbClr val="404040"/>
                </a:solidFill>
                <a:latin typeface="Arial"/>
                <a:cs typeface="Arial"/>
              </a:rPr>
              <a:t>-1</a:t>
            </a:r>
          </a:p>
        </p:txBody>
      </p:sp>
      <p:sp>
        <p:nvSpPr>
          <p:cNvPr id="22" name="Write 4"/>
          <p:cNvSpPr txBox="1"/>
          <p:nvPr/>
        </p:nvSpPr>
        <p:spPr>
          <a:xfrm>
            <a:off x="6629400" y="3758184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%.%,  %*%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multiplication dot, times</a:t>
            </a:r>
          </a:p>
        </p:txBody>
      </p:sp>
      <p:sp>
        <p:nvSpPr>
          <p:cNvPr id="23" name="Get 4"/>
          <p:cNvSpPr txBox="1"/>
          <p:nvPr/>
        </p:nvSpPr>
        <p:spPr>
          <a:xfrm>
            <a:off x="8915400" y="3758184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600">
                <a:solidFill>
                  <a:srgbClr val="404040"/>
                </a:solidFill>
                <a:latin typeface="Arial"/>
                <a:cs typeface="Arial"/>
              </a:rPr>
              <a:t>·,  ×</a:t>
            </a:r>
          </a:p>
        </p:txBody>
      </p:sp>
      <p:sp>
        <p:nvSpPr>
          <p:cNvPr id="24" name="Write 5"/>
          <p:cNvSpPr txBox="1"/>
          <p:nvPr/>
        </p:nvSpPr>
        <p:spPr>
          <a:xfrm>
            <a:off x="6629400" y="4416552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*,  ~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join pieces: no space / space</a:t>
            </a:r>
          </a:p>
        </p:txBody>
      </p:sp>
      <p:sp>
        <p:nvSpPr>
          <p:cNvPr id="25" name="Get 5"/>
          <p:cNvSpPr txBox="1"/>
          <p:nvPr/>
        </p:nvSpPr>
        <p:spPr>
          <a:xfrm>
            <a:off x="8915400" y="441655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glue,  space</a:t>
            </a:r>
          </a:p>
        </p:txBody>
      </p:sp>
      <p:sp>
        <p:nvSpPr>
          <p:cNvPr id="26" name="Write 6"/>
          <p:cNvSpPr txBox="1"/>
          <p:nvPr/>
        </p:nvSpPr>
        <p:spPr>
          <a:xfrm>
            <a:off x="6629400" y="5074920"/>
            <a:ext cx="2194560" cy="56692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" tIns="54864" rIns="54864" bIns="54864" rtlCol="0" anchor="t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"text"</a:t>
            </a:r>
          </a:p>
          <a:p>
            <a:r>
              <a:rPr lang="en-US" sz="1050">
                <a:solidFill>
                  <a:srgbClr val="6E6B6C"/>
                </a:solidFill>
                <a:latin typeface="Arial"/>
                <a:cs typeface="Arial"/>
              </a:rPr>
              <a:t>text with spaces or ( ) / in quotes</a:t>
            </a:r>
          </a:p>
        </p:txBody>
      </p:sp>
      <p:sp>
        <p:nvSpPr>
          <p:cNvPr id="27" name="Get 6"/>
          <p:cNvSpPr txBox="1"/>
          <p:nvPr/>
        </p:nvSpPr>
        <p:spPr>
          <a:xfrm>
            <a:off x="8915400" y="507492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rtlCol="0" anchor="ctr">
            <a:noAutofit/>
          </a:bodyPr>
          <a:lstStyle/>
          <a:p>
            <a:r>
              <a:rPr lang="en-US" sz="1600">
                <a:solidFill>
                  <a:srgbClr val="404040"/>
                </a:solidFill>
                <a:latin typeface="Arial"/>
                <a:cs typeface="Arial"/>
              </a:rPr>
              <a:t>text</a:t>
            </a:r>
          </a:p>
        </p:txBody>
      </p:sp>
      <p:sp>
        <p:nvSpPr>
          <p:cNvPr id="28" name="Rules"/>
          <p:cNvSpPr txBox="1"/>
          <p:nvPr/>
        </p:nvSpPr>
        <p:spPr>
          <a:xfrm>
            <a:off x="6629400" y="576072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100" b="1">
                <a:solidFill>
                  <a:srgbClr val="B5651D"/>
                </a:solidFill>
                <a:latin typeface="Arial"/>
                <a:cs typeface="Arial"/>
              </a:rPr>
              <a:t>Rules: </a:t>
            </a:r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expression() is R code drawn as </a:t>
            </a:r>
            <a:r>
              <a:rPr lang="en-US" sz="1100" dirty="0" err="1">
                <a:solidFill>
                  <a:srgbClr val="6E6B6C"/>
                </a:solidFill>
                <a:latin typeface="Arial"/>
                <a:cs typeface="Arial"/>
              </a:rPr>
              <a:t>maths</a:t>
            </a:r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. Names are drawn as symbols, text with spaces goes in quotes, pieces are joined with * or ~. All options: ?</a:t>
            </a:r>
            <a:r>
              <a:rPr lang="en-US" sz="1100" dirty="0" err="1">
                <a:solidFill>
                  <a:srgbClr val="6E6B6C"/>
                </a:solidFill>
                <a:latin typeface="Arial"/>
                <a:cs typeface="Arial"/>
              </a:rPr>
              <a:t>plotmath</a:t>
            </a:r>
            <a:endParaRPr lang="en-US" sz="1100">
              <a:solidFill>
                <a:srgbClr val="6E6B6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22311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legend: title and position</a:t>
            </a:r>
          </a:p>
        </p:txBody>
      </p:sp>
      <p:grpSp>
        <p:nvGrpSpPr>
          <p:cNvPr id="14" name="Column 1"/>
          <p:cNvGrpSpPr/>
          <p:nvPr/>
        </p:nvGrpSpPr>
        <p:grpSpPr>
          <a:xfrm>
            <a:off x="457200" y="1371600"/>
            <a:ext cx="3657600" cy="4572000"/>
            <a:chOff x="457200" y="1371600"/>
            <a:chExt cx="3657600" cy="4572000"/>
          </a:xfrm>
        </p:grpSpPr>
        <p:pic>
          <p:nvPicPr>
            <p:cNvPr id="11" name="Plot Change the title" descr="Scatter plot of three batches with the legend titled Batch on the righ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371600"/>
              <a:ext cx="3657600" cy="2743200"/>
            </a:xfrm>
            <a:prstGeom prst="rect">
              <a:avLst/>
            </a:prstGeom>
          </p:spPr>
        </p:pic>
        <p:sp>
          <p:nvSpPr>
            <p:cNvPr id="12" name="Label Change the title"/>
            <p:cNvSpPr txBox="1"/>
            <p:nvPr/>
          </p:nvSpPr>
          <p:spPr>
            <a:xfrm>
              <a:off x="457200" y="41879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Change the title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via labs()</a:t>
              </a:r>
            </a:p>
          </p:txBody>
        </p:sp>
        <p:sp>
          <p:nvSpPr>
            <p:cNvPr id="13" name="Code Change the title"/>
            <p:cNvSpPr txBox="1"/>
            <p:nvPr/>
          </p:nvSpPr>
          <p:spPr>
            <a:xfrm>
              <a:off x="457200" y="4572000"/>
              <a:ext cx="3657600" cy="13716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p_batch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labs(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colour = "Batch"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18" name="Column 2"/>
          <p:cNvGrpSpPr/>
          <p:nvPr/>
        </p:nvGrpSpPr>
        <p:grpSpPr>
          <a:xfrm>
            <a:off x="4270248" y="1371600"/>
            <a:ext cx="3657600" cy="4572000"/>
            <a:chOff x="4270248" y="1371600"/>
            <a:chExt cx="3657600" cy="4572000"/>
          </a:xfrm>
        </p:grpSpPr>
        <p:pic>
          <p:nvPicPr>
            <p:cNvPr id="15" name="Plot No title, at the bottom" descr="Same plot without a legend title and the legend placed below the plot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0248" y="1371600"/>
              <a:ext cx="3657600" cy="2743200"/>
            </a:xfrm>
            <a:prstGeom prst="rect">
              <a:avLst/>
            </a:prstGeom>
          </p:spPr>
        </p:pic>
        <p:sp>
          <p:nvSpPr>
            <p:cNvPr id="16" name="Label No title, at the bottom"/>
            <p:cNvSpPr txBox="1"/>
            <p:nvPr/>
          </p:nvSpPr>
          <p:spPr>
            <a:xfrm>
              <a:off x="4270248" y="41879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No title, at the bottom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" name="Code No title, at the bottom"/>
            <p:cNvSpPr txBox="1"/>
            <p:nvPr/>
          </p:nvSpPr>
          <p:spPr>
            <a:xfrm>
              <a:off x="4270248" y="4572000"/>
              <a:ext cx="3657600" cy="13716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p_batch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labs(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colour = NULL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theme(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legend.position = "bottom"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22" name="Column 3"/>
          <p:cNvGrpSpPr/>
          <p:nvPr/>
        </p:nvGrpSpPr>
        <p:grpSpPr>
          <a:xfrm>
            <a:off x="8074152" y="1371600"/>
            <a:ext cx="3657600" cy="4572000"/>
            <a:chOff x="8074152" y="1371600"/>
            <a:chExt cx="3657600" cy="4572000"/>
          </a:xfrm>
        </p:grpSpPr>
        <p:pic>
          <p:nvPicPr>
            <p:cNvPr id="19" name="Plot Inside the plot" descr="Same plot with the legend placed inside the plot area in the empty top left corner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74152" y="1371600"/>
              <a:ext cx="3657600" cy="2743200"/>
            </a:xfrm>
            <a:prstGeom prst="rect">
              <a:avLst/>
            </a:prstGeom>
          </p:spPr>
        </p:pic>
        <p:sp>
          <p:nvSpPr>
            <p:cNvPr id="20" name="Label Inside the plot"/>
            <p:cNvSpPr txBox="1"/>
            <p:nvPr/>
          </p:nvSpPr>
          <p:spPr>
            <a:xfrm>
              <a:off x="8074152" y="4187952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Inside the plot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saves space</a:t>
              </a:r>
            </a:p>
          </p:txBody>
        </p:sp>
        <p:sp>
          <p:nvSpPr>
            <p:cNvPr id="21" name="Code Inside the plot"/>
            <p:cNvSpPr txBox="1"/>
            <p:nvPr/>
          </p:nvSpPr>
          <p:spPr>
            <a:xfrm>
              <a:off x="8074152" y="4572000"/>
              <a:ext cx="3657600" cy="13716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p_batch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theme(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legend.position = "inside",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legend.position.inside =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c(0.15, 0.8)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05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Built-in themes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457200" y="132588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All themes take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base_size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 = the text size in points, e.g.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theme_classic(base_size = 14)</a:t>
            </a:r>
          </a:p>
        </p:txBody>
      </p:sp>
      <p:grpSp>
        <p:nvGrpSpPr>
          <p:cNvPr id="15" name="Column 1"/>
          <p:cNvGrpSpPr/>
          <p:nvPr/>
        </p:nvGrpSpPr>
        <p:grpSpPr>
          <a:xfrm>
            <a:off x="411480" y="1828800"/>
            <a:ext cx="2743200" cy="4041648"/>
            <a:chOff x="411480" y="1828800"/>
            <a:chExt cx="2743200" cy="4041648"/>
          </a:xfrm>
        </p:grpSpPr>
        <p:pic>
          <p:nvPicPr>
            <p:cNvPr id="12" name="Plot theme_grey()" descr="Batch plot with the default grey background and white grid 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828800"/>
              <a:ext cx="2743200" cy="2670048"/>
            </a:xfrm>
            <a:prstGeom prst="rect">
              <a:avLst/>
            </a:prstGeom>
          </p:spPr>
        </p:pic>
        <p:sp>
          <p:nvSpPr>
            <p:cNvPr id="13" name="Label theme_grey()"/>
            <p:cNvSpPr txBox="1"/>
            <p:nvPr/>
          </p:nvSpPr>
          <p:spPr>
            <a:xfrm>
              <a:off x="41148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theme_grey()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the default: grey panel</a:t>
              </a:r>
            </a:p>
          </p:txBody>
        </p:sp>
        <p:sp>
          <p:nvSpPr>
            <p:cNvPr id="14" name="Code theme_grey()"/>
            <p:cNvSpPr txBox="1"/>
            <p:nvPr/>
          </p:nvSpPr>
          <p:spPr>
            <a:xfrm>
              <a:off x="41148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theme_grey()</a:t>
              </a:r>
            </a:p>
          </p:txBody>
        </p:sp>
      </p:grpSp>
      <p:grpSp>
        <p:nvGrpSpPr>
          <p:cNvPr id="19" name="Column 2"/>
          <p:cNvGrpSpPr/>
          <p:nvPr/>
        </p:nvGrpSpPr>
        <p:grpSpPr>
          <a:xfrm>
            <a:off x="3291840" y="1828800"/>
            <a:ext cx="2743200" cy="4041648"/>
            <a:chOff x="3291840" y="1828800"/>
            <a:chExt cx="2743200" cy="4041648"/>
          </a:xfrm>
        </p:grpSpPr>
        <p:pic>
          <p:nvPicPr>
            <p:cNvPr id="16" name="Plot theme_bw()" descr="Batch plot with a white background, light grid and a black fram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1840" y="1828800"/>
              <a:ext cx="2743200" cy="2670048"/>
            </a:xfrm>
            <a:prstGeom prst="rect">
              <a:avLst/>
            </a:prstGeom>
          </p:spPr>
        </p:pic>
        <p:sp>
          <p:nvSpPr>
            <p:cNvPr id="17" name="Label theme_bw()"/>
            <p:cNvSpPr txBox="1"/>
            <p:nvPr/>
          </p:nvSpPr>
          <p:spPr>
            <a:xfrm>
              <a:off x="329184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theme_bw()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white panel with a frame</a:t>
              </a:r>
            </a:p>
          </p:txBody>
        </p:sp>
        <p:sp>
          <p:nvSpPr>
            <p:cNvPr id="18" name="Code theme_bw()"/>
            <p:cNvSpPr txBox="1"/>
            <p:nvPr/>
          </p:nvSpPr>
          <p:spPr>
            <a:xfrm>
              <a:off x="329184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theme_bw()</a:t>
              </a:r>
            </a:p>
          </p:txBody>
        </p:sp>
      </p:grpSp>
      <p:grpSp>
        <p:nvGrpSpPr>
          <p:cNvPr id="23" name="Column 3"/>
          <p:cNvGrpSpPr/>
          <p:nvPr/>
        </p:nvGrpSpPr>
        <p:grpSpPr>
          <a:xfrm>
            <a:off x="6172200" y="1828800"/>
            <a:ext cx="2743200" cy="4041648"/>
            <a:chOff x="6172200" y="1828800"/>
            <a:chExt cx="2743200" cy="4041648"/>
          </a:xfrm>
        </p:grpSpPr>
        <p:pic>
          <p:nvPicPr>
            <p:cNvPr id="20" name="Plot theme_classic()" descr="Batch plot with only x and y axis lines and no grid lines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72200" y="1828800"/>
              <a:ext cx="2743200" cy="2670048"/>
            </a:xfrm>
            <a:prstGeom prst="rect">
              <a:avLst/>
            </a:prstGeom>
          </p:spPr>
        </p:pic>
        <p:sp>
          <p:nvSpPr>
            <p:cNvPr id="21" name="Label theme_classic()"/>
            <p:cNvSpPr txBox="1"/>
            <p:nvPr/>
          </p:nvSpPr>
          <p:spPr>
            <a:xfrm>
              <a:off x="617220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theme_classic()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axis lines, no grid</a:t>
              </a:r>
            </a:p>
          </p:txBody>
        </p:sp>
        <p:sp>
          <p:nvSpPr>
            <p:cNvPr id="22" name="Code theme_classic()"/>
            <p:cNvSpPr txBox="1"/>
            <p:nvPr/>
          </p:nvSpPr>
          <p:spPr>
            <a:xfrm>
              <a:off x="617220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theme_classic()</a:t>
              </a:r>
            </a:p>
          </p:txBody>
        </p:sp>
      </p:grpSp>
      <p:grpSp>
        <p:nvGrpSpPr>
          <p:cNvPr id="27" name="Column 4"/>
          <p:cNvGrpSpPr/>
          <p:nvPr/>
        </p:nvGrpSpPr>
        <p:grpSpPr>
          <a:xfrm>
            <a:off x="9052560" y="1828800"/>
            <a:ext cx="2743200" cy="4041648"/>
            <a:chOff x="9052560" y="1828800"/>
            <a:chExt cx="2743200" cy="4041648"/>
          </a:xfrm>
        </p:grpSpPr>
        <p:pic>
          <p:nvPicPr>
            <p:cNvPr id="24" name="Plot theme_minimal()" descr="Batch plot with light grid lines and no axis lines or fram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52560" y="1828800"/>
              <a:ext cx="2743200" cy="2670048"/>
            </a:xfrm>
            <a:prstGeom prst="rect">
              <a:avLst/>
            </a:prstGeom>
          </p:spPr>
        </p:pic>
        <p:sp>
          <p:nvSpPr>
            <p:cNvPr id="25" name="Label theme_minimal()"/>
            <p:cNvSpPr txBox="1"/>
            <p:nvPr/>
          </p:nvSpPr>
          <p:spPr>
            <a:xfrm>
              <a:off x="905256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theme_minimal()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grid only, no lines or frame</a:t>
              </a:r>
            </a:p>
          </p:txBody>
        </p:sp>
        <p:sp>
          <p:nvSpPr>
            <p:cNvPr id="26" name="Code theme_minimal()"/>
            <p:cNvSpPr txBox="1"/>
            <p:nvPr/>
          </p:nvSpPr>
          <p:spPr>
            <a:xfrm>
              <a:off x="905256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theme_minimal()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34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Themes from packages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457200" y="1325880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Install once, then load: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library(ggprism)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library(ggpubr)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library(ggthemes)</a:t>
            </a:r>
          </a:p>
        </p:txBody>
      </p:sp>
      <p:grpSp>
        <p:nvGrpSpPr>
          <p:cNvPr id="15" name="Column 1"/>
          <p:cNvGrpSpPr/>
          <p:nvPr/>
        </p:nvGrpSpPr>
        <p:grpSpPr>
          <a:xfrm>
            <a:off x="411480" y="1828800"/>
            <a:ext cx="2743200" cy="4041648"/>
            <a:chOff x="411480" y="1828800"/>
            <a:chExt cx="2743200" cy="4041648"/>
          </a:xfrm>
        </p:grpSpPr>
        <p:pic>
          <p:nvPicPr>
            <p:cNvPr id="12" name="Plot theme_prism()" descr="Batch plot styled like GraphPad Prism with bold axis text and thick axis 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828800"/>
              <a:ext cx="2743200" cy="2670048"/>
            </a:xfrm>
            <a:prstGeom prst="rect">
              <a:avLst/>
            </a:prstGeom>
          </p:spPr>
        </p:pic>
        <p:sp>
          <p:nvSpPr>
            <p:cNvPr id="13" name="Label theme_prism()"/>
            <p:cNvSpPr txBox="1"/>
            <p:nvPr/>
          </p:nvSpPr>
          <p:spPr>
            <a:xfrm>
              <a:off x="41148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theme_prism()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ggprism: GraphPad Prism look</a:t>
              </a:r>
            </a:p>
          </p:txBody>
        </p:sp>
        <p:sp>
          <p:nvSpPr>
            <p:cNvPr id="14" name="Code theme_prism()"/>
            <p:cNvSpPr txBox="1"/>
            <p:nvPr/>
          </p:nvSpPr>
          <p:spPr>
            <a:xfrm>
              <a:off x="41148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theme_prism()</a:t>
              </a:r>
            </a:p>
          </p:txBody>
        </p:sp>
      </p:grpSp>
      <p:grpSp>
        <p:nvGrpSpPr>
          <p:cNvPr id="19" name="Column 2"/>
          <p:cNvGrpSpPr/>
          <p:nvPr/>
        </p:nvGrpSpPr>
        <p:grpSpPr>
          <a:xfrm>
            <a:off x="3291840" y="1828800"/>
            <a:ext cx="2743200" cy="4041648"/>
            <a:chOff x="3291840" y="1828800"/>
            <a:chExt cx="2743200" cy="4041648"/>
          </a:xfrm>
        </p:grpSpPr>
        <p:pic>
          <p:nvPicPr>
            <p:cNvPr id="16" name="Plot theme_pubr()" descr="Batch plot in a clean publication style with the legend on to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1840" y="1828800"/>
              <a:ext cx="2743200" cy="2670048"/>
            </a:xfrm>
            <a:prstGeom prst="rect">
              <a:avLst/>
            </a:prstGeom>
          </p:spPr>
        </p:pic>
        <p:sp>
          <p:nvSpPr>
            <p:cNvPr id="17" name="Label theme_pubr()"/>
            <p:cNvSpPr txBox="1"/>
            <p:nvPr/>
          </p:nvSpPr>
          <p:spPr>
            <a:xfrm>
              <a:off x="329184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theme_pubr()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ggpubr: publication style</a:t>
              </a:r>
            </a:p>
          </p:txBody>
        </p:sp>
        <p:sp>
          <p:nvSpPr>
            <p:cNvPr id="18" name="Code theme_pubr()"/>
            <p:cNvSpPr txBox="1"/>
            <p:nvPr/>
          </p:nvSpPr>
          <p:spPr>
            <a:xfrm>
              <a:off x="329184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theme_pubr()</a:t>
              </a:r>
            </a:p>
          </p:txBody>
        </p:sp>
      </p:grpSp>
      <p:grpSp>
        <p:nvGrpSpPr>
          <p:cNvPr id="23" name="Column 3"/>
          <p:cNvGrpSpPr/>
          <p:nvPr/>
        </p:nvGrpSpPr>
        <p:grpSpPr>
          <a:xfrm>
            <a:off x="6172200" y="1828800"/>
            <a:ext cx="2743200" cy="4041648"/>
            <a:chOff x="6172200" y="1828800"/>
            <a:chExt cx="2743200" cy="4041648"/>
          </a:xfrm>
        </p:grpSpPr>
        <p:pic>
          <p:nvPicPr>
            <p:cNvPr id="20" name="Plot theme_few()" descr="Batch plot with a thin grey frame and no grid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72200" y="1828800"/>
              <a:ext cx="2743200" cy="2670048"/>
            </a:xfrm>
            <a:prstGeom prst="rect">
              <a:avLst/>
            </a:prstGeom>
          </p:spPr>
        </p:pic>
        <p:sp>
          <p:nvSpPr>
            <p:cNvPr id="21" name="Label theme_few()"/>
            <p:cNvSpPr txBox="1"/>
            <p:nvPr/>
          </p:nvSpPr>
          <p:spPr>
            <a:xfrm>
              <a:off x="617220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theme_few()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ggthemes: clean, light frame</a:t>
              </a:r>
            </a:p>
          </p:txBody>
        </p:sp>
        <p:sp>
          <p:nvSpPr>
            <p:cNvPr id="22" name="Code theme_few()"/>
            <p:cNvSpPr txBox="1"/>
            <p:nvPr/>
          </p:nvSpPr>
          <p:spPr>
            <a:xfrm>
              <a:off x="617220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theme_few()</a:t>
              </a:r>
            </a:p>
          </p:txBody>
        </p:sp>
      </p:grpSp>
      <p:grpSp>
        <p:nvGrpSpPr>
          <p:cNvPr id="27" name="Column 4"/>
          <p:cNvGrpSpPr/>
          <p:nvPr/>
        </p:nvGrpSpPr>
        <p:grpSpPr>
          <a:xfrm>
            <a:off x="9052560" y="1828800"/>
            <a:ext cx="2743200" cy="4041648"/>
            <a:chOff x="9052560" y="1828800"/>
            <a:chExt cx="2743200" cy="4041648"/>
          </a:xfrm>
        </p:grpSpPr>
        <p:pic>
          <p:nvPicPr>
            <p:cNvPr id="24" name="Plot theme_economist()" descr="Batch plot in The Economist magazine style with a blue-grey background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52560" y="1828800"/>
              <a:ext cx="2743200" cy="2670048"/>
            </a:xfrm>
            <a:prstGeom prst="rect">
              <a:avLst/>
            </a:prstGeom>
          </p:spPr>
        </p:pic>
        <p:sp>
          <p:nvSpPr>
            <p:cNvPr id="25" name="Label theme_economist()"/>
            <p:cNvSpPr txBox="1"/>
            <p:nvPr/>
          </p:nvSpPr>
          <p:spPr>
            <a:xfrm>
              <a:off x="9052560" y="4572000"/>
              <a:ext cx="274320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theme_economist()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ggthemes: The Economist style</a:t>
              </a:r>
            </a:p>
          </p:txBody>
        </p:sp>
        <p:sp>
          <p:nvSpPr>
            <p:cNvPr id="26" name="Code theme_economist()"/>
            <p:cNvSpPr txBox="1"/>
            <p:nvPr/>
          </p:nvSpPr>
          <p:spPr>
            <a:xfrm>
              <a:off x="9052560" y="5184648"/>
              <a:ext cx="2743200" cy="6858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ctr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theme_economist()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60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Change the details with theme()</a:t>
            </a:r>
          </a:p>
        </p:txBody>
      </p:sp>
      <p:sp>
        <p:nvSpPr>
          <p:cNvPr id="11" name="Theme reference"/>
          <p:cNvSpPr txBox="1"/>
          <p:nvPr/>
        </p:nvSpPr>
        <p:spPr>
          <a:xfrm>
            <a:off x="411480" y="1371600"/>
            <a:ext cx="3611880" cy="3520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Element: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what to change</a:t>
            </a:r>
          </a:p>
          <a:p>
            <a:pPr>
              <a:spcBef>
                <a:spcPts val="400"/>
              </a:spcBef>
            </a:pPr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axis.title, axis.text, axis.line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panel.grid.major, panel.grid.minor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panel.background, panel.border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legend.position, legend.title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plot.title, plot.margin</a:t>
            </a:r>
          </a:p>
          <a:p>
            <a:pPr>
              <a:spcBef>
                <a:spcPts val="1400"/>
              </a:spcBef>
            </a:pPr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Function: 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how to change it</a:t>
            </a:r>
          </a:p>
          <a:p>
            <a:pPr>
              <a:spcBef>
                <a:spcPts val="400"/>
              </a:spcBef>
            </a:pPr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element_text(size, face, colour)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element_line(colour, linewidth)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element_rect(fill, colour)</a:t>
            </a:r>
          </a:p>
          <a:p>
            <a:r>
              <a:rPr lang="en-US" sz="1200">
                <a:solidFill>
                  <a:srgbClr val="404040"/>
                </a:solidFill>
                <a:latin typeface="Courier New"/>
                <a:cs typeface="Courier New"/>
              </a:rPr>
              <a:t>element_blank()</a:t>
            </a:r>
            <a:r>
              <a:rPr lang="en-US" sz="1200">
                <a:solidFill>
                  <a:srgbClr val="6E6B6C"/>
                </a:solidFill>
                <a:latin typeface="Courier New"/>
                <a:cs typeface="Courier New"/>
              </a:rPr>
              <a:t>  # remove it</a:t>
            </a:r>
          </a:p>
          <a:p>
            <a:pPr>
              <a:spcBef>
                <a:spcPts val="1400"/>
              </a:spcBef>
            </a:pPr>
            <a:r>
              <a:rPr lang="en-US" sz="1100" b="1">
                <a:solidFill>
                  <a:srgbClr val="B5651D"/>
                </a:solidFill>
                <a:latin typeface="Arial"/>
                <a:cs typeface="Arial"/>
              </a:rPr>
              <a:t>Tip: </a:t>
            </a:r>
            <a:r>
              <a:rPr lang="en-US" sz="1100">
                <a:solidFill>
                  <a:srgbClr val="6E6B6C"/>
                </a:solidFill>
                <a:latin typeface="Arial"/>
                <a:cs typeface="Arial"/>
              </a:rPr>
              <a:t>type theme( and press Tab in RStudio to see all elements</a:t>
            </a:r>
          </a:p>
        </p:txBody>
      </p:sp>
      <p:grpSp>
        <p:nvGrpSpPr>
          <p:cNvPr id="15" name="Example 1"/>
          <p:cNvGrpSpPr/>
          <p:nvPr/>
        </p:nvGrpSpPr>
        <p:grpSpPr>
          <a:xfrm>
            <a:off x="4206240" y="1371600"/>
            <a:ext cx="7635240" cy="2304288"/>
            <a:chOff x="4206240" y="1371600"/>
            <a:chExt cx="7635240" cy="2304288"/>
          </a:xfrm>
        </p:grpSpPr>
        <p:pic>
          <p:nvPicPr>
            <p:cNvPr id="12" name="Plot Bold axis titles, no minor grid" descr="Batch plot with bold axis titles and only major grid line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6240" y="1371600"/>
              <a:ext cx="3017520" cy="2304288"/>
            </a:xfrm>
            <a:prstGeom prst="rect">
              <a:avLst/>
            </a:prstGeom>
          </p:spPr>
        </p:pic>
        <p:sp>
          <p:nvSpPr>
            <p:cNvPr id="13" name="Label Bold axis titles, no minor grid"/>
            <p:cNvSpPr txBox="1"/>
            <p:nvPr/>
          </p:nvSpPr>
          <p:spPr>
            <a:xfrm>
              <a:off x="7315200" y="1371600"/>
              <a:ext cx="45262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Bold axis titles, no minor grid</a:t>
              </a:r>
            </a:p>
          </p:txBody>
        </p:sp>
        <p:sp>
          <p:nvSpPr>
            <p:cNvPr id="14" name="Code Bold axis titles, no minor grid"/>
            <p:cNvSpPr txBox="1"/>
            <p:nvPr/>
          </p:nvSpPr>
          <p:spPr>
            <a:xfrm>
              <a:off x="7315200" y="1755648"/>
              <a:ext cx="45262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theme_minimal()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theme(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axis.title =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element_text(face = "bold")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panel.grid.minor =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element_blank()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  <p:grpSp>
        <p:nvGrpSpPr>
          <p:cNvPr id="19" name="Example 2"/>
          <p:cNvGrpSpPr/>
          <p:nvPr/>
        </p:nvGrpSpPr>
        <p:grpSpPr>
          <a:xfrm>
            <a:off x="4206240" y="3822192"/>
            <a:ext cx="7635240" cy="2304288"/>
            <a:chOff x="4206240" y="3822192"/>
            <a:chExt cx="7635240" cy="2304288"/>
          </a:xfrm>
        </p:grpSpPr>
        <p:pic>
          <p:nvPicPr>
            <p:cNvPr id="16" name="Plot Add horizontal grid lines" descr="Batch plot in classic style with light horizontal grid lines added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6240" y="3822192"/>
              <a:ext cx="3017520" cy="2304288"/>
            </a:xfrm>
            <a:prstGeom prst="rect">
              <a:avLst/>
            </a:prstGeom>
          </p:spPr>
        </p:pic>
        <p:sp>
          <p:nvSpPr>
            <p:cNvPr id="17" name="Label Add horizontal grid lines"/>
            <p:cNvSpPr txBox="1"/>
            <p:nvPr/>
          </p:nvSpPr>
          <p:spPr>
            <a:xfrm>
              <a:off x="7315200" y="3822192"/>
              <a:ext cx="45262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Add horizontal grid lines</a:t>
              </a:r>
            </a:p>
          </p:txBody>
        </p:sp>
        <p:sp>
          <p:nvSpPr>
            <p:cNvPr id="18" name="Code Add horizontal grid lines"/>
            <p:cNvSpPr txBox="1"/>
            <p:nvPr/>
          </p:nvSpPr>
          <p:spPr>
            <a:xfrm>
              <a:off x="7315200" y="4206240"/>
              <a:ext cx="452628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73152" tIns="73152" rIns="73152" bIns="73152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p + theme_classic()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theme(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panel.grid.major.y =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element_line(colour = "grey90")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37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Save your own theme</a:t>
            </a:r>
          </a:p>
        </p:txBody>
      </p:sp>
      <p:sp>
        <p:nvSpPr>
          <p:cNvPr id="11" name="Own theme code"/>
          <p:cNvSpPr txBox="1"/>
          <p:nvPr/>
        </p:nvSpPr>
        <p:spPr>
          <a:xfrm>
            <a:off x="457200" y="1463040"/>
            <a:ext cx="6035040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theme_mine &lt;- function(base_size = 12) {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theme_classic(base_size = base_size) +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theme(axis.title = element_text(face = "bold"),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   panel.grid.major.y =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     element_line(colour = "grey90"),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   legend.position = "top")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}</a:t>
            </a:r>
          </a:p>
          <a:p>
            <a:endParaRPr lang="en-US" sz="1300" b="1">
              <a:solidFill>
                <a:srgbClr val="B5651D"/>
              </a:solidFill>
              <a:latin typeface="Courier New"/>
              <a:cs typeface="Courier New"/>
            </a:endParaRP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p +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theme_mine()</a:t>
            </a:r>
          </a:p>
        </p:txBody>
      </p:sp>
      <p:sp>
        <p:nvSpPr>
          <p:cNvPr id="12" name="Own theme text"/>
          <p:cNvSpPr txBox="1"/>
          <p:nvPr/>
        </p:nvSpPr>
        <p:spPr>
          <a:xfrm>
            <a:off x="457200" y="3931920"/>
            <a:ext cx="6035040" cy="173736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Start from a built-in theme, add your own changes, and wrap it in a function.</a:t>
            </a:r>
          </a:p>
          <a:p>
            <a:pPr>
              <a:spcBef>
                <a:spcPts val="8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Define it once at the top of your script, then use it in every plot.</a:t>
            </a:r>
          </a:p>
          <a:p>
            <a:pPr>
              <a:spcBef>
                <a:spcPts val="8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Next: make it the default for all plots with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theme_set()</a:t>
            </a:r>
          </a:p>
        </p:txBody>
      </p:sp>
      <p:pic>
        <p:nvPicPr>
          <p:cNvPr id="13" name="Own theme plot" descr="Batch plot with the custom theme: classic axes, bold axis titles, light horizontal grid lines and the legend on 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5029200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514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it once: global defaults</a:t>
            </a:r>
          </a:p>
        </p:txBody>
      </p:sp>
      <p:sp>
        <p:nvSpPr>
          <p:cNvPr id="11" name="Defaults code"/>
          <p:cNvSpPr txBox="1"/>
          <p:nvPr/>
        </p:nvSpPr>
        <p:spPr>
          <a:xfrm>
            <a:off x="457200" y="1371600"/>
            <a:ext cx="6126480" cy="3063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Default theme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theme_set(theme_classic(base_size = 12))</a:t>
            </a:r>
          </a:p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Default colours for groups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my_cols &lt;- c("#E69F00", "#56B4E9", "#009E73")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options(ggplot2.discrete.colour = my_cols,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        ggplot2.discrete.fill   = my_cols)</a:t>
            </a:r>
          </a:p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Default look of a geom, e.g. bigger points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update_geom_defaults("point", list(size = 2.5))</a:t>
            </a:r>
          </a:p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Trick: no air on the y-axis in every plot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scale_y_continuous &lt;- function(..., expand = c(0, 0)) {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  ggplot2::scale_y_continuous(..., expand = expand)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12" name="Defaults text"/>
          <p:cNvSpPr txBox="1"/>
          <p:nvPr/>
        </p:nvSpPr>
        <p:spPr>
          <a:xfrm>
            <a:off x="457200" y="4572000"/>
            <a:ext cx="6126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Put this once at the top of your script or Quarto document: every plot after it uses these settings.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You can still change any of them in a single plot.</a:t>
            </a:r>
          </a:p>
        </p:txBody>
      </p:sp>
      <p:grpSp>
        <p:nvGrpSpPr>
          <p:cNvPr id="16" name="Column 2"/>
          <p:cNvGrpSpPr/>
          <p:nvPr/>
        </p:nvGrpSpPr>
        <p:grpSpPr>
          <a:xfrm>
            <a:off x="6812280" y="1371600"/>
            <a:ext cx="4983480" cy="4892040"/>
            <a:chOff x="6812280" y="1371600"/>
            <a:chExt cx="4983480" cy="4892040"/>
          </a:xfrm>
        </p:grpSpPr>
        <p:pic>
          <p:nvPicPr>
            <p:cNvPr id="13" name="Plot defaults" descr="Batch plot drawn with plain ggplot code that already has the classic theme, the custom colours, bigger points and no air on the y-axi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2280" y="1371600"/>
              <a:ext cx="4983480" cy="3392424"/>
            </a:xfrm>
            <a:prstGeom prst="rect">
              <a:avLst/>
            </a:prstGeom>
          </p:spPr>
        </p:pic>
        <p:sp>
          <p:nvSpPr>
            <p:cNvPr id="14" name="Label defaults"/>
            <p:cNvSpPr txBox="1"/>
            <p:nvPr/>
          </p:nvSpPr>
          <p:spPr>
            <a:xfrm>
              <a:off x="6812280" y="4828032"/>
              <a:ext cx="498348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No extra code in the plot</a:t>
              </a:r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  the defaults do the work</a:t>
              </a:r>
            </a:p>
          </p:txBody>
        </p:sp>
        <p:sp>
          <p:nvSpPr>
            <p:cNvPr id="15" name="Code defaults"/>
            <p:cNvSpPr txBox="1"/>
            <p:nvPr/>
          </p:nvSpPr>
          <p:spPr>
            <a:xfrm>
              <a:off x="6812280" y="5212080"/>
              <a:ext cx="4983480" cy="105156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109728" tIns="109728" rIns="109728" bIns="109728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ggplot(tablet_batches,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aes(weight_mg, dose_mg,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colour = batch))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geom_point()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6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Readable plots: text and figure size</a:t>
            </a:r>
          </a:p>
        </p:txBody>
      </p:sp>
      <p:pic>
        <p:nvPicPr>
          <p:cNvPr id="11" name="Plot base 8" descr="Batch plot with base_siz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2743200" cy="2057400"/>
          </a:xfrm>
          <a:prstGeom prst="rect">
            <a:avLst/>
          </a:prstGeom>
        </p:spPr>
      </p:pic>
      <p:sp>
        <p:nvSpPr>
          <p:cNvPr id="12" name="Code base 8"/>
          <p:cNvSpPr txBox="1"/>
          <p:nvPr/>
        </p:nvSpPr>
        <p:spPr>
          <a:xfrm>
            <a:off x="457200" y="356616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ctr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base_size =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8</a:t>
            </a:r>
          </a:p>
        </p:txBody>
      </p:sp>
      <p:pic>
        <p:nvPicPr>
          <p:cNvPr id="13" name="Plot base 16" descr="Batch plot with base_siz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417320"/>
            <a:ext cx="2743200" cy="2057400"/>
          </a:xfrm>
          <a:prstGeom prst="rect">
            <a:avLst/>
          </a:prstGeom>
        </p:spPr>
      </p:pic>
      <p:sp>
        <p:nvSpPr>
          <p:cNvPr id="14" name="Code base 16"/>
          <p:cNvSpPr txBox="1"/>
          <p:nvPr/>
        </p:nvSpPr>
        <p:spPr>
          <a:xfrm>
            <a:off x="3337560" y="3566160"/>
            <a:ext cx="2743200" cy="457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ctr">
            <a:noAutofit/>
          </a:bodyPr>
          <a:lstStyle/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base_size =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16</a:t>
            </a:r>
          </a:p>
        </p:txBody>
      </p:sp>
      <p:sp>
        <p:nvSpPr>
          <p:cNvPr id="15" name="Base text"/>
          <p:cNvSpPr txBox="1"/>
          <p:nvPr/>
        </p:nvSpPr>
        <p:spPr>
          <a:xfrm>
            <a:off x="457200" y="4206240"/>
            <a:ext cx="5623560" cy="18288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Same figure size, different </a:t>
            </a:r>
            <a:r>
              <a:rPr lang="en-US" sz="1400" b="1">
                <a:solidFill>
                  <a:srgbClr val="B5651D"/>
                </a:solidFill>
                <a:latin typeface="Courier New"/>
                <a:cs typeface="Courier New"/>
              </a:rPr>
              <a:t>base_size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: the text size in points.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Aim for about the font size of your report: 10 to 12 pt.</a:t>
            </a:r>
          </a:p>
        </p:txBody>
      </p:sp>
      <p:grpSp>
        <p:nvGrpSpPr>
          <p:cNvPr id="19" name="Column 2"/>
          <p:cNvGrpSpPr/>
          <p:nvPr/>
        </p:nvGrpSpPr>
        <p:grpSpPr>
          <a:xfrm>
            <a:off x="6400800" y="1417320"/>
            <a:ext cx="5394960" cy="4800600"/>
            <a:chOff x="6400800" y="1417320"/>
            <a:chExt cx="5394960" cy="4800600"/>
          </a:xfrm>
        </p:grpSpPr>
        <p:sp>
          <p:nvSpPr>
            <p:cNvPr id="16" name="Label quarto"/>
            <p:cNvSpPr txBox="1"/>
            <p:nvPr/>
          </p:nvSpPr>
          <p:spPr>
            <a:xfrm>
              <a:off x="6400800" y="1417320"/>
              <a:ext cx="5394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In Quarto: chunk options</a:t>
              </a:r>
            </a:p>
          </p:txBody>
        </p:sp>
        <p:sp>
          <p:nvSpPr>
            <p:cNvPr id="17" name="Quarto code"/>
            <p:cNvSpPr txBox="1"/>
            <p:nvPr/>
          </p:nvSpPr>
          <p:spPr>
            <a:xfrm>
              <a:off x="6400800" y="1828800"/>
              <a:ext cx="5394960" cy="160020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109728" tIns="109728" rIns="109728" bIns="109728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```{r}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#| fig-width: 6.3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#| fig-height: 4</a:t>
              </a:r>
            </a:p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#| out-width: "80%"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ggplot(...)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```</a:t>
              </a:r>
            </a:p>
          </p:txBody>
        </p:sp>
        <p:sp>
          <p:nvSpPr>
            <p:cNvPr id="18" name="Quarto text"/>
            <p:cNvSpPr txBox="1"/>
            <p:nvPr/>
          </p:nvSpPr>
          <p:spPr>
            <a:xfrm>
              <a:off x="6400800" y="3566160"/>
              <a:ext cx="5394960" cy="2651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576" tIns="36576" rIns="36576" bIns="36576" rtlCol="0" anchor="t">
              <a:noAutofit/>
            </a:bodyPr>
            <a:lstStyle/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fig-width</a:t>
              </a:r>
              <a:r>
                <a:rPr lang="en-US" sz="1400">
                  <a:solidFill>
                    <a:srgbClr val="404040"/>
                  </a:solidFill>
                  <a:latin typeface="Arial"/>
                  <a:cs typeface="Arial"/>
                </a:rPr>
                <a:t> /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fig-height</a:t>
              </a:r>
              <a:r>
                <a:rPr lang="en-US" sz="1400">
                  <a:solidFill>
                    <a:srgbClr val="404040"/>
                  </a:solidFill>
                  <a:latin typeface="Arial"/>
                  <a:cs typeface="Arial"/>
                </a:rPr>
                <a:t>: the canvas R draws on, in inches (6.3 in = 16 cm, the text width of A4)</a:t>
              </a:r>
            </a:p>
            <a:p>
              <a:pPr>
                <a:spcBef>
                  <a:spcPts val="600"/>
                </a:spcBef>
              </a:pP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out-width</a:t>
              </a:r>
              <a:r>
                <a:rPr lang="en-US" sz="1400">
                  <a:solidFill>
                    <a:srgbClr val="404040"/>
                  </a:solidFill>
                  <a:latin typeface="Arial"/>
                  <a:cs typeface="Arial"/>
                </a:rPr>
                <a:t>: how big the finished picture is shown, e.g. "80%" of the page width. Text shrinks or grows with it</a:t>
              </a:r>
            </a:p>
            <a:p>
              <a:pPr>
                <a:spcBef>
                  <a:spcPts val="600"/>
                </a:spcBef>
              </a:pPr>
              <a:r>
                <a:rPr lang="en-US" sz="1300">
                  <a:solidFill>
                    <a:srgbClr val="6E6B6C"/>
                  </a:solidFill>
                  <a:latin typeface="Arial"/>
                  <a:cs typeface="Arial"/>
                </a:rPr>
                <a:t>Rule of thumb: set fig-width to the real width in the report, then base_size is the size you see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60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Save your plot with ggsave()</a:t>
            </a:r>
          </a:p>
        </p:txBody>
      </p:sp>
      <p:sp>
        <p:nvSpPr>
          <p:cNvPr id="11" name="Save code"/>
          <p:cNvSpPr txBox="1"/>
          <p:nvPr/>
        </p:nvSpPr>
        <p:spPr>
          <a:xfrm>
            <a:off x="457200" y="1371600"/>
            <a:ext cx="6309360" cy="2331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The last plot you made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ggsave("dose_plot.png", width = 16, height = 10,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units = "cm", dpi = 300)</a:t>
            </a:r>
          </a:p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A stored plot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ggsave("dose_plot.png", plot = p,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width = 16, height = 10, units = "cm")</a:t>
            </a:r>
          </a:p>
          <a:p>
            <a:r>
              <a:rPr lang="en-US" sz="1300">
                <a:solidFill>
                  <a:srgbClr val="6E6B6C"/>
                </a:solidFill>
                <a:latin typeface="Courier New"/>
                <a:cs typeface="Courier New"/>
              </a:rPr>
              <a:t># Vector format: sharp at any size, editable</a:t>
            </a:r>
          </a:p>
          <a:p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ggsave("dose_plot.svg", plot = p,</a:t>
            </a:r>
          </a:p>
          <a:p>
            <a:r>
              <a:rPr lang="en-US" sz="1300">
                <a:solidFill>
                  <a:srgbClr val="404040"/>
                </a:solidFill>
                <a:latin typeface="Courier New"/>
                <a:cs typeface="Courier New"/>
              </a:rPr>
              <a:t>       width = 16, height = 10, units = "cm")</a:t>
            </a:r>
          </a:p>
        </p:txBody>
      </p:sp>
      <p:sp>
        <p:nvSpPr>
          <p:cNvPr id="12" name="Save text"/>
          <p:cNvSpPr txBox="1"/>
          <p:nvPr/>
        </p:nvSpPr>
        <p:spPr>
          <a:xfrm>
            <a:off x="457200" y="3840480"/>
            <a:ext cx="6309360" cy="237744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The file type follows the extension: .png, .pdf, .svg, .jpg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SVG: open in </a:t>
            </a:r>
            <a:r>
              <a:rPr lang="en-US" sz="1400" b="1">
                <a:solidFill>
                  <a:srgbClr val="B5651D"/>
                </a:solidFill>
                <a:latin typeface="Arial"/>
                <a:cs typeface="Arial"/>
              </a:rPr>
              <a:t>Inkscape</a:t>
            </a: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 (free) to change text or move elements. Only for final touches: changes are lost when the code runs again</a:t>
            </a:r>
          </a:p>
          <a:p>
            <a:pPr>
              <a:spcBef>
                <a:spcPts val="600"/>
              </a:spcBef>
            </a:pPr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Editable text in SVG may need </a:t>
            </a:r>
            <a:r>
              <a:rPr lang="en-US" sz="1300" b="1">
                <a:solidFill>
                  <a:srgbClr val="B5651D"/>
                </a:solidFill>
                <a:latin typeface="Courier New"/>
                <a:cs typeface="Courier New"/>
              </a:rPr>
              <a:t>install.packages("svglite")</a:t>
            </a:r>
          </a:p>
        </p:txBody>
      </p:sp>
      <p:grpSp>
        <p:nvGrpSpPr>
          <p:cNvPr id="17" name="Column 2"/>
          <p:cNvGrpSpPr/>
          <p:nvPr/>
        </p:nvGrpSpPr>
        <p:grpSpPr>
          <a:xfrm>
            <a:off x="7178040" y="1417320"/>
            <a:ext cx="4526280" cy="4754880"/>
            <a:chOff x="7178040" y="1417320"/>
            <a:chExt cx="4526280" cy="4754880"/>
          </a:xfrm>
        </p:grpSpPr>
        <p:pic>
          <p:nvPicPr>
            <p:cNvPr id="13" name="Zoom PNG" descr="Zoomed-in legend from a low resolution PNG, the text is blurry and pixelate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8040" y="1417320"/>
              <a:ext cx="2148840" cy="3566160"/>
            </a:xfrm>
            <a:prstGeom prst="rect">
              <a:avLst/>
            </a:prstGeom>
          </p:spPr>
        </p:pic>
        <p:pic>
          <p:nvPicPr>
            <p:cNvPr id="14" name="Zoom SVG" descr="The same zoomed-in legend from a vector file, the text is shar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5480" y="1417320"/>
              <a:ext cx="2148840" cy="3566160"/>
            </a:xfrm>
            <a:prstGeom prst="rect">
              <a:avLst/>
            </a:prstGeom>
          </p:spPr>
        </p:pic>
        <p:sp>
          <p:nvSpPr>
            <p:cNvPr id="15" name="Label zoom PNG"/>
            <p:cNvSpPr txBox="1"/>
            <p:nvPr/>
          </p:nvSpPr>
          <p:spPr>
            <a:xfrm>
              <a:off x="7178040" y="5074920"/>
              <a:ext cx="21488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PNG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pixels: blurry when enlarged</a:t>
              </a:r>
            </a:p>
          </p:txBody>
        </p:sp>
        <p:sp>
          <p:nvSpPr>
            <p:cNvPr id="16" name="Label zoom SVG"/>
            <p:cNvSpPr txBox="1"/>
            <p:nvPr/>
          </p:nvSpPr>
          <p:spPr>
            <a:xfrm>
              <a:off x="9555480" y="5074920"/>
              <a:ext cx="214884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SVG</a:t>
              </a:r>
            </a:p>
            <a:p>
              <a:r>
                <a:rPr lang="en-US" sz="1200">
                  <a:solidFill>
                    <a:srgbClr val="6E6B6C"/>
                  </a:solidFill>
                  <a:latin typeface="Arial"/>
                  <a:cs typeface="Arial"/>
                </a:rPr>
                <a:t>vector: sharp at any size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806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to go next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548640" y="13258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r>
              <a:rPr lang="en-US" sz="1400">
                <a:solidFill>
                  <a:srgbClr val="404040"/>
                </a:solidFill>
                <a:latin typeface="Arial"/>
                <a:cs typeface="Arial"/>
              </a:rPr>
              <a:t>Packages built on ggplot2 with other ways to make plots, incl. statistical comparisons</a:t>
            </a:r>
          </a:p>
        </p:txBody>
      </p:sp>
      <p:grpSp>
        <p:nvGrpSpPr>
          <p:cNvPr id="15" name="Column 1"/>
          <p:cNvGrpSpPr/>
          <p:nvPr/>
        </p:nvGrpSpPr>
        <p:grpSpPr>
          <a:xfrm>
            <a:off x="548640" y="1783080"/>
            <a:ext cx="5394960" cy="4910328"/>
            <a:chOff x="548640" y="1783080"/>
            <a:chExt cx="5394960" cy="4910328"/>
          </a:xfrm>
        </p:grpSpPr>
        <p:pic>
          <p:nvPicPr>
            <p:cNvPr id="12" name="Plot ggpubr" descr="Box plot of tablet content for two production lines made with ggpubr, with a significance bracke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783080"/>
              <a:ext cx="3611880" cy="3063240"/>
            </a:xfrm>
            <a:prstGeom prst="rect">
              <a:avLst/>
            </a:prstGeom>
          </p:spPr>
        </p:pic>
        <p:sp>
          <p:nvSpPr>
            <p:cNvPr id="13" name="Label ggpubr"/>
            <p:cNvSpPr txBox="1"/>
            <p:nvPr/>
          </p:nvSpPr>
          <p:spPr>
            <a:xfrm>
              <a:off x="548640" y="4901184"/>
              <a:ext cx="539496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>
                  <a:solidFill>
                    <a:srgbClr val="B5651D"/>
                  </a:solidFill>
                  <a:latin typeface="Arial"/>
                  <a:cs typeface="Arial"/>
                </a:rPr>
                <a:t>ggpubr</a:t>
              </a:r>
            </a:p>
            <a:p>
              <a:r>
                <a:rPr lang="en-US" sz="1100">
                  <a:solidFill>
                    <a:srgbClr val="6E6B6C"/>
                  </a:solidFill>
                  <a:latin typeface="Arial"/>
                  <a:cs typeface="Arial"/>
                </a:rPr>
                <a:t>ready-made plots + p-values, used in Code Club 4  |  rpkgs.datanovia.com/ggpubr</a:t>
              </a:r>
            </a:p>
          </p:txBody>
        </p:sp>
        <p:sp>
          <p:nvSpPr>
            <p:cNvPr id="14" name="Code ggpubr"/>
            <p:cNvSpPr txBox="1"/>
            <p:nvPr/>
          </p:nvSpPr>
          <p:spPr>
            <a:xfrm>
              <a:off x="548640" y="5504688"/>
              <a:ext cx="539496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109728" tIns="109728" rIns="109728" bIns="109728" rtlCol="0" anchor="t">
              <a:noAutofit/>
            </a:bodyPr>
            <a:lstStyle/>
            <a:p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ggboxplot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(tablets, x = "line", y = "content",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fill = "line", add = "jitter") +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stat_compare_means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(method = "t.test",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comparisons = list(c("A", "B")))</a:t>
              </a:r>
            </a:p>
          </p:txBody>
        </p:sp>
      </p:grpSp>
      <p:grpSp>
        <p:nvGrpSpPr>
          <p:cNvPr id="19" name="Column 2"/>
          <p:cNvGrpSpPr/>
          <p:nvPr/>
        </p:nvGrpSpPr>
        <p:grpSpPr>
          <a:xfrm>
            <a:off x="6355080" y="1783080"/>
            <a:ext cx="5394960" cy="4910328"/>
            <a:chOff x="6355080" y="1783080"/>
            <a:chExt cx="5394960" cy="4910328"/>
          </a:xfrm>
        </p:grpSpPr>
        <p:pic>
          <p:nvPicPr>
            <p:cNvPr id="16" name="Plot tidyplots" descr="Box plots of four treatments made with tidyplots, with p-values comparing each group to group A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5080" y="1783080"/>
              <a:ext cx="3950208" cy="3063240"/>
            </a:xfrm>
            <a:prstGeom prst="rect">
              <a:avLst/>
            </a:prstGeom>
          </p:spPr>
        </p:pic>
        <p:sp>
          <p:nvSpPr>
            <p:cNvPr id="17" name="Label tidyplots"/>
            <p:cNvSpPr txBox="1"/>
            <p:nvPr/>
          </p:nvSpPr>
          <p:spPr>
            <a:xfrm>
              <a:off x="6355080" y="4901184"/>
              <a:ext cx="5394960" cy="566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288" tIns="18288" rIns="18288" bIns="18288" rtlCol="0" anchor="t">
              <a:noAutofit/>
            </a:bodyPr>
            <a:lstStyle/>
            <a:p>
              <a:r>
                <a:rPr lang="en-US" sz="1400" b="1" dirty="0" err="1">
                  <a:solidFill>
                    <a:srgbClr val="B5651D"/>
                  </a:solidFill>
                  <a:latin typeface="Arial"/>
                  <a:cs typeface="Arial"/>
                </a:rPr>
                <a:t>tidyplots</a:t>
              </a:r>
            </a:p>
            <a:p>
              <a:r>
                <a:rPr lang="en-US" sz="1100">
                  <a:solidFill>
                    <a:srgbClr val="6E6B6C"/>
                  </a:solidFill>
                  <a:latin typeface="Arial"/>
                  <a:cs typeface="Arial"/>
                </a:rPr>
                <a:t>build a plot step by step with the pipe  |  tidyplots.org </a:t>
              </a:r>
            </a:p>
          </p:txBody>
        </p:sp>
        <p:sp>
          <p:nvSpPr>
            <p:cNvPr id="18" name="Code tidyplots"/>
            <p:cNvSpPr txBox="1"/>
            <p:nvPr/>
          </p:nvSpPr>
          <p:spPr>
            <a:xfrm>
              <a:off x="6355080" y="5504688"/>
              <a:ext cx="5394960" cy="1188720"/>
            </a:xfrm>
            <a:prstGeom prst="roundRect">
              <a:avLst>
                <a:gd name="adj" fmla="val 8000"/>
              </a:avLst>
            </a:prstGeom>
            <a:solidFill>
              <a:srgbClr val="F2F2F2"/>
            </a:solidFill>
            <a:ln>
              <a:noFill/>
            </a:ln>
          </p:spPr>
          <p:txBody>
            <a:bodyPr wrap="square" lIns="109728" tIns="109728" rIns="109728" bIns="109728" rtlCol="0" anchor="t">
              <a:noAutofit/>
            </a:bodyPr>
            <a:lstStyle/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study %&gt;%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tidyplot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(x = treatment, y = score,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         color = treatment) %&gt;%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add_boxplot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() %&gt;%</a:t>
              </a:r>
            </a:p>
            <a:p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  </a:t>
              </a:r>
              <a:r>
                <a:rPr lang="en-US" sz="1300" b="1">
                  <a:solidFill>
                    <a:srgbClr val="B5651D"/>
                  </a:solidFill>
                  <a:latin typeface="Courier New"/>
                  <a:cs typeface="Courier New"/>
                </a:rPr>
                <a:t>add_test_pvalue</a:t>
              </a:r>
              <a:r>
                <a:rPr lang="en-US" sz="1300">
                  <a:solidFill>
                    <a:srgbClr val="404040"/>
                  </a:solidFill>
                  <a:latin typeface="Courier New"/>
                  <a:cs typeface="Courier New"/>
                </a:rPr>
                <a:t>(ref.group =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23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alks">
  <a:themeElements>
    <a:clrScheme name="Talks">
      <a:dk1>
        <a:srgbClr val="221F20"/>
      </a:dk1>
      <a:lt1>
        <a:srgbClr val="FFFFFF"/>
      </a:lt1>
      <a:dk2>
        <a:srgbClr val="6E6B6C"/>
      </a:dk2>
      <a:lt2>
        <a:srgbClr val="E2E1E2"/>
      </a:lt2>
      <a:accent1>
        <a:srgbClr val="20B7AC"/>
      </a:accent1>
      <a:accent2>
        <a:srgbClr val="E14B63"/>
      </a:accent2>
      <a:accent3>
        <a:srgbClr val="3DACD9"/>
      </a:accent3>
      <a:accent4>
        <a:srgbClr val="F0855A"/>
      </a:accent4>
      <a:accent5>
        <a:srgbClr val="5180C1"/>
      </a:accent5>
      <a:accent6>
        <a:srgbClr val="F0B173"/>
      </a:accent6>
      <a:hlink>
        <a:srgbClr val="1F7A9E"/>
      </a:hlink>
      <a:folHlink>
        <a:srgbClr val="6E6B6C"/>
      </a:folHlink>
    </a:clrScheme>
    <a:fontScheme name="Tal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alk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rnd">
          <a:solidFill>
            <a:schemeClr val="phClr"/>
          </a:solidFill>
          <a:prstDash val="solid"/>
          <a:round/>
        </a:ln>
        <a:ln w="25400" cap="rnd">
          <a:solidFill>
            <a:schemeClr val="phClr"/>
          </a:solidFill>
          <a:prstDash val="solid"/>
          <a:round/>
        </a:ln>
        <a:ln w="38100" cap="rnd">
          <a:solidFill>
            <a:schemeClr val="phClr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Teal">
      <a:srgbClr val="20B7AC"/>
    </a:custClr>
    <a:custClr name="Rose">
      <a:srgbClr val="E14B63"/>
    </a:custClr>
    <a:custClr name="Sky">
      <a:srgbClr val="3DACD9"/>
    </a:custClr>
    <a:custClr name="Coral">
      <a:srgbClr val="F0855A"/>
    </a:custClr>
    <a:custClr name="Indigo">
      <a:srgbClr val="5180C1"/>
    </a:custClr>
    <a:custClr name="Amber">
      <a:srgbClr val="F0B173"/>
    </a:custClr>
    <a:custClr name="Aqua">
      <a:srgbClr val="64C3C5"/>
    </a:custClr>
    <a:custClr name="Blush">
      <a:srgbClr val="EE838A"/>
    </a:custClr>
    <a:custClr name="Gold">
      <a:srgbClr val="E0A32E"/>
    </a:custClr>
    <a:custClr name="Gold deep">
      <a:srgbClr val="C98A1E"/>
    </a:custClr>
    <a:custClr name="Teal text">
      <a:srgbClr val="0A7E76"/>
    </a:custClr>
    <a:custClr name="Rose text">
      <a:srgbClr val="C32D45"/>
    </a:custClr>
    <a:custClr name="Sky text">
      <a:srgbClr val="1F7A9E"/>
    </a:custClr>
    <a:custClr name="Coral text">
      <a:srgbClr val="AF5835"/>
    </a:custClr>
    <a:custClr name="Indigo text">
      <a:srgbClr val="3A6AAC"/>
    </a:custClr>
    <a:custClr name="Amber text">
      <a:srgbClr val="92673D"/>
    </a:custClr>
    <a:custClr name="Aqua text">
      <a:srgbClr val="387B7C"/>
    </a:custClr>
    <a:custClr name="Blush text">
      <a:srgbClr val="AE565C"/>
    </a:custClr>
    <a:custClr name="Gold text">
      <a:srgbClr val="9C6B15"/>
    </a:custClr>
    <a:custClr name="Rose text on dark">
      <a:srgbClr val="EC6A82"/>
    </a:custClr>
    <a:custClr name="Indigo text on dark">
      <a:srgbClr val="7FA2DA"/>
    </a:custClr>
    <a:custClr name="Wash 1">
      <a:srgbClr val="CFE9EF"/>
    </a:custClr>
    <a:custClr name="Wash 2">
      <a:srgbClr val="AEDBE2"/>
    </a:custClr>
    <a:custClr name="Wash 3">
      <a:srgbClr val="F6DCD1"/>
    </a:custClr>
    <a:custClr name="Wash 4">
      <a:srgbClr val="F2C2B5"/>
    </a:custClr>
    <a:custClr name="Wash 5">
      <a:srgbClr val="F5E9BB"/>
    </a:custClr>
    <a:custClr name="Teal soft">
      <a:srgbClr val="9BDFDA"/>
    </a:custClr>
    <a:custClr name="Rose soft">
      <a:srgbClr val="F2AEB9"/>
    </a:custClr>
    <a:custClr name="Sky soft">
      <a:srgbClr val="A8DAEE"/>
    </a:custClr>
    <a:custClr name="Coral soft">
      <a:srgbClr val="F8C8B5"/>
    </a:custClr>
    <a:custClr name="Indigo soft">
      <a:srgbClr val="B1C6E3"/>
    </a:custClr>
    <a:custClr name="Amber soft">
      <a:srgbClr val="F8DCC0"/>
    </a:custClr>
    <a:custClr name="Aqua soft">
      <a:srgbClr val="B9E4E5"/>
    </a:custClr>
    <a:custClr name="Blush soft">
      <a:srgbClr val="F7C7CA"/>
    </a:custClr>
    <a:custClr name="Sunrise 1">
      <a:srgbClr val="F9F0C4"/>
    </a:custClr>
    <a:custClr name="Sunrise 2">
      <a:srgbClr val="F7D99A"/>
    </a:custClr>
    <a:custClr name="Sunrise 3">
      <a:srgbClr val="F4BB78"/>
    </a:custClr>
    <a:custClr name="Sunrise 4">
      <a:srgbClr val="F0955F"/>
    </a:custClr>
    <a:custClr name="Sunrise 5">
      <a:srgbClr val="E96D67"/>
    </a:custClr>
    <a:custClr name="Sunrise 6">
      <a:srgbClr val="CE465E"/>
    </a:custClr>
    <a:custClr name="Sunrise 7">
      <a:srgbClr val="A32647"/>
    </a:custClr>
    <a:custClr name="Ember 1">
      <a:srgbClr val="FCF3D2"/>
    </a:custClr>
    <a:custClr name="Ember 2">
      <a:srgbClr val="FAD795"/>
    </a:custClr>
    <a:custClr name="Ember 3">
      <a:srgbClr val="F6B16C"/>
    </a:custClr>
    <a:custClr name="Ember 4">
      <a:srgbClr val="F08059"/>
    </a:custClr>
    <a:custClr name="Ember 5">
      <a:srgbClr val="E1575B"/>
    </a:custClr>
    <a:custClr name="Ember 6">
      <a:srgbClr val="BA3351"/>
    </a:custClr>
    <a:custClr name="Ember 7">
      <a:srgbClr val="7E1B3C"/>
    </a:custClr>
    <a:custClr name="Tide 1">
      <a:srgbClr val="F6F3DC"/>
    </a:custClr>
    <a:custClr name="Tide 2">
      <a:srgbClr val="BEE2D6"/>
    </a:custClr>
    <a:custClr name="Tide 3">
      <a:srgbClr val="85CAD5"/>
    </a:custClr>
    <a:custClr name="Tide 4">
      <a:srgbClr val="3DACD9"/>
    </a:custClr>
    <a:custClr name="Tide 5">
      <a:srgbClr val="417AB8"/>
    </a:custClr>
    <a:custClr name="Tide 6">
      <a:srgbClr val="34518E"/>
    </a:custClr>
    <a:custClr name="Tide 7">
      <a:srgbClr val="20305E"/>
    </a:custClr>
    <a:custClr name="Spectrum 1">
      <a:srgbClr val="0A7E76"/>
    </a:custClr>
    <a:custClr name="Spectrum 2">
      <a:srgbClr val="4AB2A7"/>
    </a:custClr>
    <a:custClr name="Spectrum 3">
      <a:srgbClr val="91D4BF"/>
    </a:custClr>
    <a:custClr name="Spectrum 4">
      <a:srgbClr val="CDE6C6"/>
    </a:custClr>
    <a:custClr name="Spectrum 5">
      <a:srgbClr val="F9F0C4"/>
    </a:custClr>
    <a:custClr name="Spectrum 6">
      <a:srgbClr val="F7CC8C"/>
    </a:custClr>
    <a:custClr name="Spectrum 7">
      <a:srgbClr val="EF976F"/>
    </a:custClr>
    <a:custClr name="Spectrum 8">
      <a:srgbClr val="D85B5D"/>
    </a:custClr>
    <a:custClr name="Spectrum 9">
      <a:srgbClr val="B02A47"/>
    </a:custClr>
  </a:custClrLst>
</a:theme>
</file>

<file path=ppt/theme/theme2.xml><?xml version="1.0" encoding="utf-8"?>
<a:theme xmlns:a="http://schemas.openxmlformats.org/drawingml/2006/main" name="Talks dark">
  <a:themeElements>
    <a:clrScheme name="Talks dark">
      <a:dk1>
        <a:srgbClr val="000000"/>
      </a:dk1>
      <a:lt1>
        <a:srgbClr val="F7F7F8"/>
      </a:lt1>
      <a:dk2>
        <a:srgbClr val="4A4748"/>
      </a:dk2>
      <a:lt2>
        <a:srgbClr val="A8A5A6"/>
      </a:lt2>
      <a:accent1>
        <a:srgbClr val="20B7AC"/>
      </a:accent1>
      <a:accent2>
        <a:srgbClr val="E14B63"/>
      </a:accent2>
      <a:accent3>
        <a:srgbClr val="3DACD9"/>
      </a:accent3>
      <a:accent4>
        <a:srgbClr val="F0855A"/>
      </a:accent4>
      <a:accent5>
        <a:srgbClr val="5180C1"/>
      </a:accent5>
      <a:accent6>
        <a:srgbClr val="F0B173"/>
      </a:accent6>
      <a:hlink>
        <a:srgbClr val="3DACD9"/>
      </a:hlink>
      <a:folHlink>
        <a:srgbClr val="A8A5A6"/>
      </a:folHlink>
    </a:clrScheme>
    <a:fontScheme name="Talks da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alks dar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rnd">
          <a:solidFill>
            <a:schemeClr val="phClr"/>
          </a:solidFill>
          <a:prstDash val="solid"/>
          <a:round/>
        </a:ln>
        <a:ln w="25400" cap="rnd">
          <a:solidFill>
            <a:schemeClr val="phClr"/>
          </a:solidFill>
          <a:prstDash val="solid"/>
          <a:round/>
        </a:ln>
        <a:ln w="38100" cap="rnd">
          <a:solidFill>
            <a:schemeClr val="phClr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Teal">
      <a:srgbClr val="20B7AC"/>
    </a:custClr>
    <a:custClr name="Rose">
      <a:srgbClr val="E14B63"/>
    </a:custClr>
    <a:custClr name="Sky">
      <a:srgbClr val="3DACD9"/>
    </a:custClr>
    <a:custClr name="Coral">
      <a:srgbClr val="F0855A"/>
    </a:custClr>
    <a:custClr name="Indigo">
      <a:srgbClr val="5180C1"/>
    </a:custClr>
    <a:custClr name="Amber">
      <a:srgbClr val="F0B173"/>
    </a:custClr>
    <a:custClr name="Aqua">
      <a:srgbClr val="64C3C5"/>
    </a:custClr>
    <a:custClr name="Blush">
      <a:srgbClr val="EE838A"/>
    </a:custClr>
    <a:custClr name="Gold">
      <a:srgbClr val="E0A32E"/>
    </a:custClr>
    <a:custClr name="Gold deep">
      <a:srgbClr val="C98A1E"/>
    </a:custClr>
    <a:custClr name="Teal text">
      <a:srgbClr val="0A7E76"/>
    </a:custClr>
    <a:custClr name="Rose text">
      <a:srgbClr val="C32D45"/>
    </a:custClr>
    <a:custClr name="Sky text">
      <a:srgbClr val="1F7A9E"/>
    </a:custClr>
    <a:custClr name="Coral text">
      <a:srgbClr val="AF5835"/>
    </a:custClr>
    <a:custClr name="Indigo text">
      <a:srgbClr val="3A6AAC"/>
    </a:custClr>
    <a:custClr name="Amber text">
      <a:srgbClr val="92673D"/>
    </a:custClr>
    <a:custClr name="Aqua text">
      <a:srgbClr val="387B7C"/>
    </a:custClr>
    <a:custClr name="Blush text">
      <a:srgbClr val="AE565C"/>
    </a:custClr>
    <a:custClr name="Gold text">
      <a:srgbClr val="9C6B15"/>
    </a:custClr>
    <a:custClr name="Rose text on dark">
      <a:srgbClr val="EC6A82"/>
    </a:custClr>
    <a:custClr name="Indigo text on dark">
      <a:srgbClr val="7FA2DA"/>
    </a:custClr>
    <a:custClr name="Wash 1">
      <a:srgbClr val="CFE9EF"/>
    </a:custClr>
    <a:custClr name="Wash 2">
      <a:srgbClr val="AEDBE2"/>
    </a:custClr>
    <a:custClr name="Wash 3">
      <a:srgbClr val="F6DCD1"/>
    </a:custClr>
    <a:custClr name="Wash 4">
      <a:srgbClr val="F2C2B5"/>
    </a:custClr>
    <a:custClr name="Wash 5">
      <a:srgbClr val="F5E9BB"/>
    </a:custClr>
    <a:custClr name="Teal soft">
      <a:srgbClr val="9BDFDA"/>
    </a:custClr>
    <a:custClr name="Rose soft">
      <a:srgbClr val="F2AEB9"/>
    </a:custClr>
    <a:custClr name="Sky soft">
      <a:srgbClr val="A8DAEE"/>
    </a:custClr>
    <a:custClr name="Coral soft">
      <a:srgbClr val="F8C8B5"/>
    </a:custClr>
    <a:custClr name="Indigo soft">
      <a:srgbClr val="B1C6E3"/>
    </a:custClr>
    <a:custClr name="Amber soft">
      <a:srgbClr val="F8DCC0"/>
    </a:custClr>
    <a:custClr name="Aqua soft">
      <a:srgbClr val="B9E4E5"/>
    </a:custClr>
    <a:custClr name="Blush soft">
      <a:srgbClr val="F7C7CA"/>
    </a:custClr>
    <a:custClr name="Sunrise 1">
      <a:srgbClr val="F9F0C4"/>
    </a:custClr>
    <a:custClr name="Sunrise 2">
      <a:srgbClr val="F7D99A"/>
    </a:custClr>
    <a:custClr name="Sunrise 3">
      <a:srgbClr val="F4BB78"/>
    </a:custClr>
    <a:custClr name="Sunrise 4">
      <a:srgbClr val="F0955F"/>
    </a:custClr>
    <a:custClr name="Sunrise 5">
      <a:srgbClr val="E96D67"/>
    </a:custClr>
    <a:custClr name="Sunrise 6">
      <a:srgbClr val="CE465E"/>
    </a:custClr>
    <a:custClr name="Sunrise 7">
      <a:srgbClr val="A32647"/>
    </a:custClr>
    <a:custClr name="Ember 1">
      <a:srgbClr val="FCF3D2"/>
    </a:custClr>
    <a:custClr name="Ember 2">
      <a:srgbClr val="FAD795"/>
    </a:custClr>
    <a:custClr name="Ember 3">
      <a:srgbClr val="F6B16C"/>
    </a:custClr>
    <a:custClr name="Ember 4">
      <a:srgbClr val="F08059"/>
    </a:custClr>
    <a:custClr name="Ember 5">
      <a:srgbClr val="E1575B"/>
    </a:custClr>
    <a:custClr name="Ember 6">
      <a:srgbClr val="BA3351"/>
    </a:custClr>
    <a:custClr name="Ember 7">
      <a:srgbClr val="7E1B3C"/>
    </a:custClr>
    <a:custClr name="Tide 1">
      <a:srgbClr val="F6F3DC"/>
    </a:custClr>
    <a:custClr name="Tide 2">
      <a:srgbClr val="BEE2D6"/>
    </a:custClr>
    <a:custClr name="Tide 3">
      <a:srgbClr val="85CAD5"/>
    </a:custClr>
    <a:custClr name="Tide 4">
      <a:srgbClr val="3DACD9"/>
    </a:custClr>
    <a:custClr name="Tide 5">
      <a:srgbClr val="417AB8"/>
    </a:custClr>
    <a:custClr name="Tide 6">
      <a:srgbClr val="34518E"/>
    </a:custClr>
    <a:custClr name="Tide 7">
      <a:srgbClr val="20305E"/>
    </a:custClr>
    <a:custClr name="Spectrum 1">
      <a:srgbClr val="0A7E76"/>
    </a:custClr>
    <a:custClr name="Spectrum 2">
      <a:srgbClr val="4AB2A7"/>
    </a:custClr>
    <a:custClr name="Spectrum 3">
      <a:srgbClr val="91D4BF"/>
    </a:custClr>
    <a:custClr name="Spectrum 4">
      <a:srgbClr val="CDE6C6"/>
    </a:custClr>
    <a:custClr name="Spectrum 5">
      <a:srgbClr val="F9F0C4"/>
    </a:custClr>
    <a:custClr name="Spectrum 6">
      <a:srgbClr val="F7CC8C"/>
    </a:custClr>
    <a:custClr name="Spectrum 7">
      <a:srgbClr val="EF976F"/>
    </a:custClr>
    <a:custClr name="Spectrum 8">
      <a:srgbClr val="D85B5D"/>
    </a:custClr>
    <a:custClr name="Spectrum 9">
      <a:srgbClr val="B02A47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talks-template</Template>
  <TotalTime>6191</TotalTime>
  <Words>4656</Words>
  <Application>Microsoft Office PowerPoint</Application>
  <PresentationFormat>Widescreen</PresentationFormat>
  <Paragraphs>793</Paragraphs>
  <Slides>74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Aptos</vt:lpstr>
      <vt:lpstr>Arial</vt:lpstr>
      <vt:lpstr>Calibri</vt:lpstr>
      <vt:lpstr>Cascadia Code</vt:lpstr>
      <vt:lpstr>Consolas</vt:lpstr>
      <vt:lpstr>Courier New</vt:lpstr>
      <vt:lpstr>Wingdings</vt:lpstr>
      <vt:lpstr>Talks</vt:lpstr>
      <vt:lpstr>Talks dark</vt:lpstr>
      <vt:lpstr>Data Visualization</vt:lpstr>
      <vt:lpstr>PowerPoint Presentation</vt:lpstr>
      <vt:lpstr>Cause of Mortality in the Army of the East</vt:lpstr>
      <vt:lpstr>PowerPoint Presentation</vt:lpstr>
      <vt:lpstr>PowerPoint Presentation</vt:lpstr>
      <vt:lpstr>PowerPoint Presentation</vt:lpstr>
      <vt:lpstr>PowerPoint Presentation</vt:lpstr>
      <vt:lpstr>Charts</vt:lpstr>
      <vt:lpstr>PowerPoint Presentation</vt:lpstr>
      <vt:lpstr>Chart Types</vt:lpstr>
      <vt:lpstr>Types of data</vt:lpstr>
      <vt:lpstr>Scatterplot</vt:lpstr>
      <vt:lpstr>Scatterplot + Trend Line</vt:lpstr>
      <vt:lpstr>Be aware of Simpson’s Paradox!</vt:lpstr>
      <vt:lpstr>Grouped Scatterplot</vt:lpstr>
      <vt:lpstr>Scatterplot Matrix</vt:lpstr>
      <vt:lpstr>Beeswarm Plot</vt:lpstr>
      <vt:lpstr>Connected Scatter</vt:lpstr>
      <vt:lpstr>Line Chart</vt:lpstr>
      <vt:lpstr>Line Chart with Log Transformed Data</vt:lpstr>
      <vt:lpstr>Line Chart with Log Transformed Axis</vt:lpstr>
      <vt:lpstr>Area Chart</vt:lpstr>
      <vt:lpstr>Histogram</vt:lpstr>
      <vt:lpstr>Histogram</vt:lpstr>
      <vt:lpstr>Bar Chart</vt:lpstr>
      <vt:lpstr>Bar Chart</vt:lpstr>
      <vt:lpstr>Grouped Bar Chart</vt:lpstr>
      <vt:lpstr>Bar Chart with Error Bars</vt:lpstr>
      <vt:lpstr>Bar Chart with Error Bars</vt:lpstr>
      <vt:lpstr>Box Plot with Scatter</vt:lpstr>
      <vt:lpstr>COLORS</vt:lpstr>
      <vt:lpstr>Colors</vt:lpstr>
      <vt:lpstr>Human Perception</vt:lpstr>
      <vt:lpstr>PowerPoint Presentation</vt:lpstr>
      <vt:lpstr>Color Maps</vt:lpstr>
      <vt:lpstr>Sequential Color Map</vt:lpstr>
      <vt:lpstr>Diverging Color Map</vt:lpstr>
      <vt:lpstr>Categorical Colour Map</vt:lpstr>
      <vt:lpstr>Picking Colormaps</vt:lpstr>
      <vt:lpstr>Color Conventions</vt:lpstr>
      <vt:lpstr>Color Conventions</vt:lpstr>
      <vt:lpstr>DESIGN</vt:lpstr>
      <vt:lpstr>How to Design the Right Chart?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Clutter &amp; Overplotting</vt:lpstr>
      <vt:lpstr>Overplotting</vt:lpstr>
      <vt:lpstr>Visual encodings in ggplot</vt:lpstr>
      <vt:lpstr>Pitfalls</vt:lpstr>
      <vt:lpstr>Useful Links</vt:lpstr>
      <vt:lpstr>Practical Tips</vt:lpstr>
      <vt:lpstr>Linear fit with geom_smooth()</vt:lpstr>
      <vt:lpstr>Style the line</vt:lpstr>
      <vt:lpstr>Draw your own lines</vt:lpstr>
      <vt:lpstr>Reference lines and text</vt:lpstr>
      <vt:lpstr>Axes: limits, breaks and expand</vt:lpstr>
      <vt:lpstr>Log scale</vt:lpstr>
      <vt:lpstr>Zoom with coord_cartesian()</vt:lpstr>
      <vt:lpstr>Split groups with facet_wrap()</vt:lpstr>
      <vt:lpstr>Choose your own colours</vt:lpstr>
      <vt:lpstr>Axis titles with units and symbols</vt:lpstr>
      <vt:lpstr>The legend: title and position</vt:lpstr>
      <vt:lpstr>Built-in themes</vt:lpstr>
      <vt:lpstr>Themes from packages</vt:lpstr>
      <vt:lpstr>Change the details with theme()</vt:lpstr>
      <vt:lpstr>Save your own theme</vt:lpstr>
      <vt:lpstr>Set it once: global defaults</vt:lpstr>
      <vt:lpstr>Readable plots: text and figure size</vt:lpstr>
      <vt:lpstr>Save your plot with ggsave()</vt:lpstr>
      <vt:lpstr>Where to go next</vt:lpstr>
    </vt:vector>
  </TitlesOfParts>
  <Company>SDU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Sarah Mittenentzwei</dc:creator>
  <cp:lastModifiedBy>Sarah Mittenentzwei</cp:lastModifiedBy>
  <cp:revision>1</cp:revision>
  <dcterms:created xsi:type="dcterms:W3CDTF">2026-10-14T07:25:16Z</dcterms:created>
  <dcterms:modified xsi:type="dcterms:W3CDTF">2026-10-20T10:51:11Z</dcterms:modified>
</cp:coreProperties>
</file>